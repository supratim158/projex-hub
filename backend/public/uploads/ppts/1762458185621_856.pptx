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3.xml" ContentType="application/vnd.openxmlformats-officedocument.themeOverride+xml"/>
  <Override PartName="/ppt/theme/themeOverride4.xml" ContentType="application/vnd.openxmlformats-officedocument.themeOverrid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 id="2147483672" r:id="rId3"/>
  </p:sldMasterIdLst>
  <p:notesMasterIdLst>
    <p:notesMasterId r:id="rId19"/>
  </p:notesMasterIdLst>
  <p:sldIdLst>
    <p:sldId id="256" r:id="rId4"/>
    <p:sldId id="257" r:id="rId5"/>
    <p:sldId id="258" r:id="rId6"/>
    <p:sldId id="259" r:id="rId7"/>
    <p:sldId id="260" r:id="rId8"/>
    <p:sldId id="261" r:id="rId9"/>
    <p:sldId id="262" r:id="rId10"/>
    <p:sldId id="263" r:id="rId11"/>
    <p:sldId id="264" r:id="rId12"/>
    <p:sldId id="265" r:id="rId13"/>
    <p:sldId id="266" r:id="rId14"/>
    <p:sldId id="270" r:id="rId15"/>
    <p:sldId id="267" r:id="rId16"/>
    <p:sldId id="268" r:id="rId17"/>
    <p:sldId id="269" r:id="rId18"/>
  </p:sldIdLst>
  <p:sldSz cx="9144000" cy="6858000" type="screen4x3"/>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121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3" name="PlaceHolder 1"/>
          <p:cNvSpPr>
            <a:spLocks noGrp="1"/>
          </p:cNvSpPr>
          <p:nvPr>
            <p:ph type="body"/>
          </p:nvPr>
        </p:nvSpPr>
        <p:spPr>
          <a:xfrm>
            <a:off x="756000" y="5078520"/>
            <a:ext cx="6047640" cy="4811040"/>
          </a:xfrm>
          <a:prstGeom prst="rect">
            <a:avLst/>
          </a:prstGeom>
        </p:spPr>
        <p:txBody>
          <a:bodyPr lIns="0" tIns="0" rIns="0" bIns="0"/>
          <a:lstStyle/>
          <a:p>
            <a:r>
              <a:rPr lang="en-IN" sz="2000">
                <a:latin typeface="Arial" panose="020B0604020202020204"/>
              </a:rPr>
              <a:t>Click to edit the notes format</a:t>
            </a:r>
          </a:p>
        </p:txBody>
      </p:sp>
      <p:sp>
        <p:nvSpPr>
          <p:cNvPr id="44" name="PlaceHolder 2"/>
          <p:cNvSpPr>
            <a:spLocks noGrp="1"/>
          </p:cNvSpPr>
          <p:nvPr>
            <p:ph type="hdr"/>
          </p:nvPr>
        </p:nvSpPr>
        <p:spPr>
          <a:xfrm>
            <a:off x="0" y="0"/>
            <a:ext cx="3280680" cy="534240"/>
          </a:xfrm>
          <a:prstGeom prst="rect">
            <a:avLst/>
          </a:prstGeom>
        </p:spPr>
        <p:txBody>
          <a:bodyPr lIns="0" tIns="0" rIns="0" bIns="0"/>
          <a:lstStyle/>
          <a:p>
            <a:r>
              <a:rPr lang="en-IN" sz="1400">
                <a:latin typeface="Times New Roman" panose="02020603050405020304"/>
              </a:rPr>
              <a:t>&lt;header&gt;</a:t>
            </a:r>
          </a:p>
        </p:txBody>
      </p:sp>
      <p:sp>
        <p:nvSpPr>
          <p:cNvPr id="45" name="PlaceHolder 3"/>
          <p:cNvSpPr>
            <a:spLocks noGrp="1"/>
          </p:cNvSpPr>
          <p:nvPr>
            <p:ph type="dt"/>
          </p:nvPr>
        </p:nvSpPr>
        <p:spPr>
          <a:xfrm>
            <a:off x="4278960" y="0"/>
            <a:ext cx="3280680" cy="534240"/>
          </a:xfrm>
          <a:prstGeom prst="rect">
            <a:avLst/>
          </a:prstGeom>
        </p:spPr>
        <p:txBody>
          <a:bodyPr lIns="0" tIns="0" rIns="0" bIns="0"/>
          <a:lstStyle/>
          <a:p>
            <a:pPr algn="r"/>
            <a:r>
              <a:rPr lang="en-IN" sz="1400">
                <a:latin typeface="Times New Roman" panose="02020603050405020304"/>
              </a:rPr>
              <a:t>&lt;date/time&gt;</a:t>
            </a:r>
          </a:p>
        </p:txBody>
      </p:sp>
      <p:sp>
        <p:nvSpPr>
          <p:cNvPr id="46" name="PlaceHolder 4"/>
          <p:cNvSpPr>
            <a:spLocks noGrp="1"/>
          </p:cNvSpPr>
          <p:nvPr>
            <p:ph type="ftr"/>
          </p:nvPr>
        </p:nvSpPr>
        <p:spPr>
          <a:xfrm>
            <a:off x="0" y="10157400"/>
            <a:ext cx="3280680" cy="534240"/>
          </a:xfrm>
          <a:prstGeom prst="rect">
            <a:avLst/>
          </a:prstGeom>
        </p:spPr>
        <p:txBody>
          <a:bodyPr lIns="0" tIns="0" rIns="0" bIns="0" anchor="b"/>
          <a:lstStyle/>
          <a:p>
            <a:r>
              <a:rPr lang="en-IN" sz="1400">
                <a:latin typeface="Times New Roman" panose="02020603050405020304"/>
              </a:rPr>
              <a:t>&lt;footer&gt;</a:t>
            </a:r>
          </a:p>
        </p:txBody>
      </p:sp>
      <p:sp>
        <p:nvSpPr>
          <p:cNvPr id="47" name="PlaceHolder 5"/>
          <p:cNvSpPr>
            <a:spLocks noGrp="1"/>
          </p:cNvSpPr>
          <p:nvPr>
            <p:ph type="sldNum"/>
          </p:nvPr>
        </p:nvSpPr>
        <p:spPr>
          <a:xfrm>
            <a:off x="4278960" y="10157400"/>
            <a:ext cx="3280680" cy="534240"/>
          </a:xfrm>
          <a:prstGeom prst="rect">
            <a:avLst/>
          </a:prstGeom>
        </p:spPr>
        <p:txBody>
          <a:bodyPr lIns="0" tIns="0" rIns="0" bIns="0" anchor="b"/>
          <a:lstStyle/>
          <a:p>
            <a:pPr algn="r"/>
            <a:fld id="{1BA4DDED-686A-43E1-B004-C789C7A80AAB}" type="slidenum">
              <a:rPr lang="en-IN" sz="1400">
                <a:latin typeface="Times New Roman" panose="02020603050405020304"/>
              </a:rPr>
              <a:t>‹#›</a:t>
            </a:fld>
            <a:endParaRPr lang="en-IN" sz="1400">
              <a:latin typeface="Times New Roman" panose="02020603050405020304"/>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4" name="Date Placeholder 29"/>
          <p:cNvSpPr>
            <a:spLocks noGrp="1"/>
          </p:cNvSpPr>
          <p:nvPr>
            <p:ph type="dt" sz="half" idx="10"/>
          </p:nvPr>
        </p:nvSpPr>
        <p:spPr/>
        <p:txBody>
          <a:bodyPr/>
          <a:lstStyle>
            <a:lvl1pPr>
              <a:defRPr>
                <a:solidFill>
                  <a:srgbClr val="D1EAEE"/>
                </a:solidFill>
              </a:defRPr>
            </a:lvl1pPr>
          </a:lstStyle>
          <a:p>
            <a:pPr>
              <a:defRPr/>
            </a:pPr>
            <a:fld id="{0B0A4A49-16C4-4456-8531-98C5A3D4EC92}" type="datetime1">
              <a:rPr lang="en-US"/>
              <a:t>11/6/2025</a:t>
            </a:fld>
            <a:endParaRPr lang="en-US"/>
          </a:p>
        </p:txBody>
      </p:sp>
      <p:sp>
        <p:nvSpPr>
          <p:cNvPr id="5" name="Footer Placeholder 18"/>
          <p:cNvSpPr>
            <a:spLocks noGrp="1"/>
          </p:cNvSpPr>
          <p:nvPr>
            <p:ph type="ftr" sz="quarter" idx="11"/>
          </p:nvPr>
        </p:nvSpPr>
        <p:spPr/>
        <p:txBody>
          <a:bodyPr/>
          <a:lstStyle>
            <a:lvl1pPr>
              <a:defRPr>
                <a:solidFill>
                  <a:srgbClr val="D1EAEE"/>
                </a:solidFill>
              </a:defRPr>
            </a:lvl1pPr>
          </a:lstStyle>
          <a:p>
            <a:pPr>
              <a:defRPr/>
            </a:pPr>
            <a:r>
              <a:rPr lang="en-US"/>
              <a:t>Jaipur National University, Jaipur</a:t>
            </a:r>
          </a:p>
        </p:txBody>
      </p:sp>
      <p:sp>
        <p:nvSpPr>
          <p:cNvPr id="6" name="Slide Number Placeholder 26"/>
          <p:cNvSpPr>
            <a:spLocks noGrp="1"/>
          </p:cNvSpPr>
          <p:nvPr>
            <p:ph type="sldNum" sz="quarter" idx="12"/>
          </p:nvPr>
        </p:nvSpPr>
        <p:spPr/>
        <p:txBody>
          <a:bodyPr/>
          <a:lstStyle>
            <a:lvl1pPr>
              <a:defRPr smtClean="0">
                <a:solidFill>
                  <a:srgbClr val="D1EAEE"/>
                </a:solidFill>
              </a:defRPr>
            </a:lvl1pPr>
          </a:lstStyle>
          <a:p>
            <a:pPr>
              <a:defRPr/>
            </a:pPr>
            <a:fld id="{DC9FA813-C8E1-4978-960A-0FB3B1A0E8B8}" type="slidenum">
              <a:rPr lang="en-US"/>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D537AC4C-CE19-4A86-A711-AFF67773D95D}" type="datetime1">
              <a:rPr lang="en-US"/>
              <a:t>11/6/2025</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6" name="Slide Number Placeholder 17"/>
          <p:cNvSpPr>
            <a:spLocks noGrp="1"/>
          </p:cNvSpPr>
          <p:nvPr>
            <p:ph type="sldNum" sz="quarter" idx="12"/>
          </p:nvPr>
        </p:nvSpPr>
        <p:spPr/>
        <p:txBody>
          <a:bodyPr/>
          <a:lstStyle>
            <a:lvl1pPr>
              <a:defRPr/>
            </a:lvl1pPr>
          </a:lstStyle>
          <a:p>
            <a:pPr>
              <a:defRPr/>
            </a:pPr>
            <a:fld id="{8B5C5FEE-B7AA-40E1-A9A9-4E7AE79B89F1}"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rgbClr val="D1EAEE"/>
                </a:solidFill>
              </a:defRPr>
            </a:lvl1pPr>
          </a:lstStyle>
          <a:p>
            <a:pPr>
              <a:defRPr/>
            </a:pPr>
            <a:fld id="{EE54A8E2-0F49-4501-B719-81B98511F58F}" type="datetime1">
              <a:rPr lang="en-US"/>
              <a:t>11/6/2025</a:t>
            </a:fld>
            <a:endParaRPr lang="en-US"/>
          </a:p>
        </p:txBody>
      </p:sp>
      <p:sp>
        <p:nvSpPr>
          <p:cNvPr id="5" name="Footer Placeholder 4"/>
          <p:cNvSpPr>
            <a:spLocks noGrp="1"/>
          </p:cNvSpPr>
          <p:nvPr>
            <p:ph type="ftr" sz="quarter" idx="11"/>
          </p:nvPr>
        </p:nvSpPr>
        <p:spPr/>
        <p:txBody>
          <a:bodyPr/>
          <a:lstStyle>
            <a:lvl1pPr>
              <a:defRPr>
                <a:solidFill>
                  <a:srgbClr val="D1EAEE"/>
                </a:solidFill>
              </a:defRPr>
            </a:lvl1pPr>
          </a:lstStyle>
          <a:p>
            <a:pPr>
              <a:defRPr/>
            </a:pPr>
            <a:r>
              <a:rPr lang="en-US"/>
              <a:t>Jaipur National University, Jaipur</a:t>
            </a:r>
          </a:p>
        </p:txBody>
      </p:sp>
      <p:sp>
        <p:nvSpPr>
          <p:cNvPr id="6" name="Slide Number Placeholder 5"/>
          <p:cNvSpPr>
            <a:spLocks noGrp="1"/>
          </p:cNvSpPr>
          <p:nvPr>
            <p:ph type="sldNum" sz="quarter" idx="12"/>
          </p:nvPr>
        </p:nvSpPr>
        <p:spPr/>
        <p:txBody>
          <a:bodyPr/>
          <a:lstStyle>
            <a:lvl1pPr>
              <a:defRPr smtClean="0">
                <a:solidFill>
                  <a:srgbClr val="D1EAEE"/>
                </a:solidFill>
              </a:defRPr>
            </a:lvl1pPr>
          </a:lstStyle>
          <a:p>
            <a:pPr>
              <a:defRPr/>
            </a:pPr>
            <a:fld id="{13C4049E-8B51-4E4E-9CEB-0DE9DE49AF0E}" type="slidenum">
              <a:rPr lang="en-US"/>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603CF443-6A52-42DD-A957-A002B07E7089}" type="datetime1">
              <a:rPr lang="en-US"/>
              <a:t>11/6/2025</a:t>
            </a:fld>
            <a:endParaRPr lang="en-US"/>
          </a:p>
        </p:txBody>
      </p:sp>
      <p:sp>
        <p:nvSpPr>
          <p:cNvPr id="6"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7" name="Slide Number Placeholder 17"/>
          <p:cNvSpPr>
            <a:spLocks noGrp="1"/>
          </p:cNvSpPr>
          <p:nvPr>
            <p:ph type="sldNum" sz="quarter" idx="12"/>
          </p:nvPr>
        </p:nvSpPr>
        <p:spPr/>
        <p:txBody>
          <a:bodyPr/>
          <a:lstStyle>
            <a:lvl1pPr>
              <a:defRPr/>
            </a:lvl1pPr>
          </a:lstStyle>
          <a:p>
            <a:pPr>
              <a:defRPr/>
            </a:pPr>
            <a:fld id="{DF22DB35-CE66-4D65-96CD-E2635F707DE3}"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p:cNvSpPr>
            <a:spLocks noGrp="1"/>
          </p:cNvSpPr>
          <p:nvPr>
            <p:ph type="dt" sz="half" idx="10"/>
          </p:nvPr>
        </p:nvSpPr>
        <p:spPr/>
        <p:txBody>
          <a:bodyPr/>
          <a:lstStyle>
            <a:lvl1pPr>
              <a:defRPr/>
            </a:lvl1pPr>
          </a:lstStyle>
          <a:p>
            <a:pPr>
              <a:defRPr/>
            </a:pPr>
            <a:fld id="{1FEE0E7E-5AF3-49D1-BEA4-716DF31D79C2}" type="datetime1">
              <a:rPr lang="en-US"/>
              <a:t>11/6/2025</a:t>
            </a:fld>
            <a:endParaRPr lang="en-US"/>
          </a:p>
        </p:txBody>
      </p:sp>
      <p:sp>
        <p:nvSpPr>
          <p:cNvPr id="8"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9" name="Slide Number Placeholder 17"/>
          <p:cNvSpPr>
            <a:spLocks noGrp="1"/>
          </p:cNvSpPr>
          <p:nvPr>
            <p:ph type="sldNum" sz="quarter" idx="12"/>
          </p:nvPr>
        </p:nvSpPr>
        <p:spPr/>
        <p:txBody>
          <a:bodyPr/>
          <a:lstStyle>
            <a:lvl1pPr>
              <a:defRPr/>
            </a:lvl1pPr>
          </a:lstStyle>
          <a:p>
            <a:pPr>
              <a:defRPr/>
            </a:pPr>
            <a:fld id="{7E7ADEC5-3E52-4CF2-916E-9D41A87C26C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836A3FBE-FBC8-41AA-B79E-85131C71B478}" type="datetime1">
              <a:rPr lang="en-US"/>
              <a:t>11/6/2025</a:t>
            </a:fld>
            <a:endParaRPr lang="en-US"/>
          </a:p>
        </p:txBody>
      </p:sp>
      <p:sp>
        <p:nvSpPr>
          <p:cNvPr id="4"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5" name="Slide Number Placeholder 17"/>
          <p:cNvSpPr>
            <a:spLocks noGrp="1"/>
          </p:cNvSpPr>
          <p:nvPr>
            <p:ph type="sldNum" sz="quarter" idx="12"/>
          </p:nvPr>
        </p:nvSpPr>
        <p:spPr/>
        <p:txBody>
          <a:bodyPr/>
          <a:lstStyle>
            <a:lvl1pPr>
              <a:defRPr/>
            </a:lvl1pPr>
          </a:lstStyle>
          <a:p>
            <a:pPr>
              <a:defRPr/>
            </a:pPr>
            <a:fld id="{0B69D38B-B3A8-4DB1-8C61-306FB00E6D66}"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D609ACA3-77C4-4607-BCAA-FF5EF59DFAA1}" type="datetime1">
              <a:rPr lang="en-US"/>
              <a:t>11/6/2025</a:t>
            </a:fld>
            <a:endParaRPr lang="en-US"/>
          </a:p>
        </p:txBody>
      </p:sp>
      <p:sp>
        <p:nvSpPr>
          <p:cNvPr id="3"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4" name="Slide Number Placeholder 17"/>
          <p:cNvSpPr>
            <a:spLocks noGrp="1"/>
          </p:cNvSpPr>
          <p:nvPr>
            <p:ph type="sldNum" sz="quarter" idx="12"/>
          </p:nvPr>
        </p:nvSpPr>
        <p:spPr/>
        <p:txBody>
          <a:bodyPr/>
          <a:lstStyle>
            <a:lvl1pPr>
              <a:defRPr/>
            </a:lvl1pPr>
          </a:lstStyle>
          <a:p>
            <a:pPr>
              <a:defRPr/>
            </a:pPr>
            <a:fld id="{86050BBA-66D0-41CB-81A9-58693C9A8297}"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8BC1A50A-CB99-4E39-A1E8-4850C9300446}" type="datetime1">
              <a:rPr lang="en-US"/>
              <a:t>11/6/2025</a:t>
            </a:fld>
            <a:endParaRPr lang="en-US"/>
          </a:p>
        </p:txBody>
      </p:sp>
      <p:sp>
        <p:nvSpPr>
          <p:cNvPr id="6"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7" name="Slide Number Placeholder 17"/>
          <p:cNvSpPr>
            <a:spLocks noGrp="1"/>
          </p:cNvSpPr>
          <p:nvPr>
            <p:ph type="sldNum" sz="quarter" idx="12"/>
          </p:nvPr>
        </p:nvSpPr>
        <p:spPr/>
        <p:txBody>
          <a:bodyPr/>
          <a:lstStyle>
            <a:lvl1pPr>
              <a:defRPr/>
            </a:lvl1pPr>
          </a:lstStyle>
          <a:p>
            <a:pPr>
              <a:defRPr/>
            </a:pPr>
            <a:fld id="{D6018B7B-2C4C-4DEC-8580-02E18D4EE378}"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sp>
        <p:nvSpPr>
          <p:cNvPr id="7" name="Freeform 6"/>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lang="en-US">
              <a:solidFill>
                <a:prstClr val="black"/>
              </a:solidFill>
            </a:endParaRPr>
          </a:p>
        </p:txBody>
      </p:sp>
      <p:sp>
        <p:nvSpPr>
          <p:cNvPr id="8" name="Freeform 7"/>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lang="en-US">
              <a:solidFill>
                <a:prstClr val="black"/>
              </a:solidFill>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fld id="{0A7ACC4B-1CF3-4522-BC51-559DA91066A8}" type="datetime1">
              <a:rPr lang="en-US"/>
              <a:t>11/6/2025</a:t>
            </a:fld>
            <a:endParaRPr lang="en-US"/>
          </a:p>
        </p:txBody>
      </p:sp>
      <p:sp>
        <p:nvSpPr>
          <p:cNvPr id="10" name="Footer Placeholder 5"/>
          <p:cNvSpPr>
            <a:spLocks noGrp="1"/>
          </p:cNvSpPr>
          <p:nvPr>
            <p:ph type="ftr" sz="quarter" idx="11"/>
          </p:nvPr>
        </p:nvSpPr>
        <p:spPr/>
        <p:txBody>
          <a:bodyPr/>
          <a:lstStyle>
            <a:lvl1pPr>
              <a:defRPr/>
            </a:lvl1pPr>
          </a:lstStyle>
          <a:p>
            <a:pPr>
              <a:defRPr/>
            </a:pPr>
            <a:r>
              <a:rPr lang="en-US"/>
              <a:t>Jaipur National University, Jaipur</a:t>
            </a:r>
          </a:p>
        </p:txBody>
      </p:sp>
      <p:sp>
        <p:nvSpPr>
          <p:cNvPr id="11" name="Slide Number Placeholder 6"/>
          <p:cNvSpPr>
            <a:spLocks noGrp="1"/>
          </p:cNvSpPr>
          <p:nvPr>
            <p:ph type="sldNum" sz="quarter" idx="12"/>
          </p:nvPr>
        </p:nvSpPr>
        <p:spPr>
          <a:xfrm>
            <a:off x="8077200" y="6356350"/>
            <a:ext cx="609600" cy="365125"/>
          </a:xfrm>
        </p:spPr>
        <p:txBody>
          <a:bodyPr/>
          <a:lstStyle>
            <a:lvl1pPr>
              <a:defRPr smtClean="0"/>
            </a:lvl1pPr>
          </a:lstStyle>
          <a:p>
            <a:pPr>
              <a:defRPr/>
            </a:pPr>
            <a:fld id="{07C65C6A-C895-42CE-BDDB-0945EF2B29BB}"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48A41247-AC96-4402-8E53-D44879F5C709}" type="datetime1">
              <a:rPr lang="en-US"/>
              <a:t>11/6/2025</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6" name="Slide Number Placeholder 17"/>
          <p:cNvSpPr>
            <a:spLocks noGrp="1"/>
          </p:cNvSpPr>
          <p:nvPr>
            <p:ph type="sldNum" sz="quarter" idx="12"/>
          </p:nvPr>
        </p:nvSpPr>
        <p:spPr/>
        <p:txBody>
          <a:bodyPr/>
          <a:lstStyle>
            <a:lvl1pPr>
              <a:defRPr/>
            </a:lvl1pPr>
          </a:lstStyle>
          <a:p>
            <a:pPr>
              <a:defRPr/>
            </a:pPr>
            <a:fld id="{19C8E883-5174-46B4-B95F-F02CACA1D491}"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5ABAF97E-0325-49EB-9A0A-E45F25EFC75E}" type="datetime1">
              <a:rPr lang="en-US"/>
              <a:t>11/6/2025</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6" name="Slide Number Placeholder 17"/>
          <p:cNvSpPr>
            <a:spLocks noGrp="1"/>
          </p:cNvSpPr>
          <p:nvPr>
            <p:ph type="sldNum" sz="quarter" idx="12"/>
          </p:nvPr>
        </p:nvSpPr>
        <p:spPr/>
        <p:txBody>
          <a:bodyPr/>
          <a:lstStyle>
            <a:lvl1pPr>
              <a:defRPr/>
            </a:lvl1pPr>
          </a:lstStyle>
          <a:p>
            <a:pPr>
              <a:defRPr/>
            </a:pPr>
            <a:fld id="{03CA1A95-D796-4F95-9198-B1016012D514}" type="slidenum">
              <a:rPr 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4" name="Date Placeholder 29"/>
          <p:cNvSpPr>
            <a:spLocks noGrp="1"/>
          </p:cNvSpPr>
          <p:nvPr>
            <p:ph type="dt" sz="half" idx="10"/>
          </p:nvPr>
        </p:nvSpPr>
        <p:spPr/>
        <p:txBody>
          <a:bodyPr/>
          <a:lstStyle>
            <a:lvl1pPr>
              <a:defRPr>
                <a:solidFill>
                  <a:srgbClr val="D1EAEE"/>
                </a:solidFill>
              </a:defRPr>
            </a:lvl1pPr>
          </a:lstStyle>
          <a:p>
            <a:pPr>
              <a:defRPr/>
            </a:pPr>
            <a:fld id="{8ADBE38C-D4DE-49A9-8D94-88EF647D5F44}" type="datetime1">
              <a:rPr lang="en-US"/>
              <a:t>11/6/2025</a:t>
            </a:fld>
            <a:endParaRPr lang="en-US"/>
          </a:p>
        </p:txBody>
      </p:sp>
      <p:sp>
        <p:nvSpPr>
          <p:cNvPr id="5" name="Footer Placeholder 18"/>
          <p:cNvSpPr>
            <a:spLocks noGrp="1"/>
          </p:cNvSpPr>
          <p:nvPr>
            <p:ph type="ftr" sz="quarter" idx="11"/>
          </p:nvPr>
        </p:nvSpPr>
        <p:spPr/>
        <p:txBody>
          <a:bodyPr/>
          <a:lstStyle>
            <a:lvl1pPr>
              <a:defRPr>
                <a:solidFill>
                  <a:srgbClr val="D1EAEE"/>
                </a:solidFill>
              </a:defRPr>
            </a:lvl1pPr>
          </a:lstStyle>
          <a:p>
            <a:pPr>
              <a:defRPr/>
            </a:pPr>
            <a:r>
              <a:rPr lang="en-US"/>
              <a:t>Jaipur National University, Jaipur</a:t>
            </a:r>
          </a:p>
        </p:txBody>
      </p:sp>
      <p:sp>
        <p:nvSpPr>
          <p:cNvPr id="6" name="Slide Number Placeholder 26"/>
          <p:cNvSpPr>
            <a:spLocks noGrp="1"/>
          </p:cNvSpPr>
          <p:nvPr>
            <p:ph type="sldNum" sz="quarter" idx="12"/>
          </p:nvPr>
        </p:nvSpPr>
        <p:spPr/>
        <p:txBody>
          <a:bodyPr/>
          <a:lstStyle>
            <a:lvl1pPr>
              <a:defRPr>
                <a:solidFill>
                  <a:srgbClr val="D1EAEE"/>
                </a:solidFill>
              </a:defRPr>
            </a:lvl1pPr>
          </a:lstStyle>
          <a:p>
            <a:pPr>
              <a:defRPr/>
            </a:pPr>
            <a:fld id="{57287490-9D49-459E-B772-E4639AD04D5D}" type="slidenum">
              <a:rPr lang="en-US"/>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1E68A4A0-05C7-49E3-9C76-BA5FB21A3DB7}" type="datetime1">
              <a:rPr lang="en-US"/>
              <a:t>11/6/2025</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6" name="Slide Number Placeholder 17"/>
          <p:cNvSpPr>
            <a:spLocks noGrp="1"/>
          </p:cNvSpPr>
          <p:nvPr>
            <p:ph type="sldNum" sz="quarter" idx="12"/>
          </p:nvPr>
        </p:nvSpPr>
        <p:spPr/>
        <p:txBody>
          <a:bodyPr/>
          <a:lstStyle>
            <a:lvl1pPr>
              <a:defRPr/>
            </a:lvl1pPr>
          </a:lstStyle>
          <a:p>
            <a:pPr>
              <a:defRPr/>
            </a:pPr>
            <a:fld id="{988D3A4A-FE50-4A3A-94F0-FE1E6AFBCF7A}" type="slidenum">
              <a:rPr lang="en-US"/>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rgbClr val="D1EAEE"/>
                </a:solidFill>
              </a:defRPr>
            </a:lvl1pPr>
          </a:lstStyle>
          <a:p>
            <a:pPr>
              <a:defRPr/>
            </a:pPr>
            <a:fld id="{5893544A-F4CE-44A4-A379-63CE0F67E2A7}" type="datetime1">
              <a:rPr lang="en-US"/>
              <a:t>11/6/2025</a:t>
            </a:fld>
            <a:endParaRPr lang="en-US"/>
          </a:p>
        </p:txBody>
      </p:sp>
      <p:sp>
        <p:nvSpPr>
          <p:cNvPr id="5" name="Footer Placeholder 4"/>
          <p:cNvSpPr>
            <a:spLocks noGrp="1"/>
          </p:cNvSpPr>
          <p:nvPr>
            <p:ph type="ftr" sz="quarter" idx="11"/>
          </p:nvPr>
        </p:nvSpPr>
        <p:spPr/>
        <p:txBody>
          <a:bodyPr/>
          <a:lstStyle>
            <a:lvl1pPr>
              <a:defRPr>
                <a:solidFill>
                  <a:srgbClr val="D1EAEE"/>
                </a:solidFill>
              </a:defRPr>
            </a:lvl1pPr>
          </a:lstStyle>
          <a:p>
            <a:pPr>
              <a:defRPr/>
            </a:pPr>
            <a:r>
              <a:rPr lang="en-US"/>
              <a:t>Jaipur National University, Jaipur</a:t>
            </a:r>
          </a:p>
        </p:txBody>
      </p:sp>
      <p:sp>
        <p:nvSpPr>
          <p:cNvPr id="6" name="Slide Number Placeholder 5"/>
          <p:cNvSpPr>
            <a:spLocks noGrp="1"/>
          </p:cNvSpPr>
          <p:nvPr>
            <p:ph type="sldNum" sz="quarter" idx="12"/>
          </p:nvPr>
        </p:nvSpPr>
        <p:spPr/>
        <p:txBody>
          <a:bodyPr/>
          <a:lstStyle>
            <a:lvl1pPr>
              <a:defRPr>
                <a:solidFill>
                  <a:srgbClr val="D1EAEE"/>
                </a:solidFill>
              </a:defRPr>
            </a:lvl1pPr>
          </a:lstStyle>
          <a:p>
            <a:pPr>
              <a:defRPr/>
            </a:pPr>
            <a:fld id="{666C0824-8B86-412E-A44F-C2DA5547D100}" type="slidenum">
              <a:rPr lang="en-US"/>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9FDD9A73-4B9E-4F4F-9EEE-B1D28BEA388E}" type="datetime1">
              <a:rPr lang="en-US"/>
              <a:t>11/6/2025</a:t>
            </a:fld>
            <a:endParaRPr lang="en-US"/>
          </a:p>
        </p:txBody>
      </p:sp>
      <p:sp>
        <p:nvSpPr>
          <p:cNvPr id="6"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7" name="Slide Number Placeholder 17"/>
          <p:cNvSpPr>
            <a:spLocks noGrp="1"/>
          </p:cNvSpPr>
          <p:nvPr>
            <p:ph type="sldNum" sz="quarter" idx="12"/>
          </p:nvPr>
        </p:nvSpPr>
        <p:spPr/>
        <p:txBody>
          <a:bodyPr/>
          <a:lstStyle>
            <a:lvl1pPr>
              <a:defRPr/>
            </a:lvl1pPr>
          </a:lstStyle>
          <a:p>
            <a:pPr>
              <a:defRPr/>
            </a:pPr>
            <a:fld id="{839C12CD-1FDE-406E-BE55-BCDEECCA5D33}" type="slidenum">
              <a:rPr lang="en-US"/>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p:cNvSpPr>
            <a:spLocks noGrp="1"/>
          </p:cNvSpPr>
          <p:nvPr>
            <p:ph type="dt" sz="half" idx="10"/>
          </p:nvPr>
        </p:nvSpPr>
        <p:spPr/>
        <p:txBody>
          <a:bodyPr/>
          <a:lstStyle>
            <a:lvl1pPr>
              <a:defRPr/>
            </a:lvl1pPr>
          </a:lstStyle>
          <a:p>
            <a:pPr>
              <a:defRPr/>
            </a:pPr>
            <a:fld id="{1D9DFC55-AF7D-4A8A-8C54-69AEC9200E7F}" type="datetime1">
              <a:rPr lang="en-US"/>
              <a:t>11/6/2025</a:t>
            </a:fld>
            <a:endParaRPr lang="en-US"/>
          </a:p>
        </p:txBody>
      </p:sp>
      <p:sp>
        <p:nvSpPr>
          <p:cNvPr id="8"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9" name="Slide Number Placeholder 17"/>
          <p:cNvSpPr>
            <a:spLocks noGrp="1"/>
          </p:cNvSpPr>
          <p:nvPr>
            <p:ph type="sldNum" sz="quarter" idx="12"/>
          </p:nvPr>
        </p:nvSpPr>
        <p:spPr/>
        <p:txBody>
          <a:bodyPr/>
          <a:lstStyle>
            <a:lvl1pPr>
              <a:defRPr/>
            </a:lvl1pPr>
          </a:lstStyle>
          <a:p>
            <a:pPr>
              <a:defRPr/>
            </a:pPr>
            <a:fld id="{6FAE3E6C-4CC0-42AD-845C-C17A6F05F594}" type="slidenum">
              <a:rPr lang="en-US"/>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C02A163C-A0C5-4F65-BD98-5013D9759495}" type="datetime1">
              <a:rPr lang="en-US"/>
              <a:t>11/6/2025</a:t>
            </a:fld>
            <a:endParaRPr lang="en-US"/>
          </a:p>
        </p:txBody>
      </p:sp>
      <p:sp>
        <p:nvSpPr>
          <p:cNvPr id="4"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5" name="Slide Number Placeholder 17"/>
          <p:cNvSpPr>
            <a:spLocks noGrp="1"/>
          </p:cNvSpPr>
          <p:nvPr>
            <p:ph type="sldNum" sz="quarter" idx="12"/>
          </p:nvPr>
        </p:nvSpPr>
        <p:spPr/>
        <p:txBody>
          <a:bodyPr/>
          <a:lstStyle>
            <a:lvl1pPr>
              <a:defRPr/>
            </a:lvl1pPr>
          </a:lstStyle>
          <a:p>
            <a:pPr>
              <a:defRPr/>
            </a:pPr>
            <a:fld id="{EEBA2104-7F4A-4475-964D-7FDD38FAB645}" type="slidenum">
              <a:rPr lang="en-US"/>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3189A6E6-E100-4EF2-BCA5-54D7A7DFFDC9}" type="datetime1">
              <a:rPr lang="en-US"/>
              <a:t>11/6/2025</a:t>
            </a:fld>
            <a:endParaRPr lang="en-US"/>
          </a:p>
        </p:txBody>
      </p:sp>
      <p:sp>
        <p:nvSpPr>
          <p:cNvPr id="3"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4" name="Slide Number Placeholder 17"/>
          <p:cNvSpPr>
            <a:spLocks noGrp="1"/>
          </p:cNvSpPr>
          <p:nvPr>
            <p:ph type="sldNum" sz="quarter" idx="12"/>
          </p:nvPr>
        </p:nvSpPr>
        <p:spPr/>
        <p:txBody>
          <a:bodyPr/>
          <a:lstStyle>
            <a:lvl1pPr>
              <a:defRPr/>
            </a:lvl1pPr>
          </a:lstStyle>
          <a:p>
            <a:pPr>
              <a:defRPr/>
            </a:pPr>
            <a:fld id="{769FD985-E02C-4013-A320-6FC6BDB2CBF9}" type="slidenum">
              <a:rPr lang="en-US"/>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CA6DD69F-5458-487F-B0D1-B105DD914BB4}" type="datetime1">
              <a:rPr lang="en-US"/>
              <a:t>11/6/2025</a:t>
            </a:fld>
            <a:endParaRPr lang="en-US"/>
          </a:p>
        </p:txBody>
      </p:sp>
      <p:sp>
        <p:nvSpPr>
          <p:cNvPr id="6"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7" name="Slide Number Placeholder 17"/>
          <p:cNvSpPr>
            <a:spLocks noGrp="1"/>
          </p:cNvSpPr>
          <p:nvPr>
            <p:ph type="sldNum" sz="quarter" idx="12"/>
          </p:nvPr>
        </p:nvSpPr>
        <p:spPr/>
        <p:txBody>
          <a:bodyPr/>
          <a:lstStyle>
            <a:lvl1pPr>
              <a:defRPr/>
            </a:lvl1pPr>
          </a:lstStyle>
          <a:p>
            <a:pPr>
              <a:defRPr/>
            </a:pPr>
            <a:fld id="{6984C32D-DFC8-45E0-8C5F-482674ABBFE6}" type="slidenum">
              <a:rPr lang="en-US"/>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sp>
        <p:nvSpPr>
          <p:cNvPr id="7" name="Freeform 6"/>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lang="en-US">
              <a:solidFill>
                <a:prstClr val="black"/>
              </a:solidFill>
            </a:endParaRPr>
          </a:p>
        </p:txBody>
      </p:sp>
      <p:sp>
        <p:nvSpPr>
          <p:cNvPr id="8" name="Freeform 7"/>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lang="en-US">
              <a:solidFill>
                <a:prstClr val="black"/>
              </a:solidFill>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fld id="{20DCE251-ED33-4D7C-9C2F-23214FA950F9}" type="datetime1">
              <a:rPr lang="en-US"/>
              <a:t>11/6/2025</a:t>
            </a:fld>
            <a:endParaRPr lang="en-US"/>
          </a:p>
        </p:txBody>
      </p:sp>
      <p:sp>
        <p:nvSpPr>
          <p:cNvPr id="10" name="Footer Placeholder 5"/>
          <p:cNvSpPr>
            <a:spLocks noGrp="1"/>
          </p:cNvSpPr>
          <p:nvPr>
            <p:ph type="ftr" sz="quarter" idx="11"/>
          </p:nvPr>
        </p:nvSpPr>
        <p:spPr/>
        <p:txBody>
          <a:bodyPr/>
          <a:lstStyle>
            <a:lvl1pPr>
              <a:defRPr/>
            </a:lvl1pPr>
          </a:lstStyle>
          <a:p>
            <a:pPr>
              <a:defRPr/>
            </a:pPr>
            <a:r>
              <a:rPr lang="en-US"/>
              <a:t>Jaipur National University, Jaipur</a:t>
            </a:r>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pPr>
              <a:defRPr/>
            </a:pPr>
            <a:fld id="{C82F1C4B-B6F3-4D79-95D2-57D08C767C85}" type="slidenum">
              <a:rPr lang="en-US"/>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098D1F25-7C08-4D05-9016-32686BC31241}" type="datetime1">
              <a:rPr lang="en-US"/>
              <a:t>11/6/2025</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6" name="Slide Number Placeholder 17"/>
          <p:cNvSpPr>
            <a:spLocks noGrp="1"/>
          </p:cNvSpPr>
          <p:nvPr>
            <p:ph type="sldNum" sz="quarter" idx="12"/>
          </p:nvPr>
        </p:nvSpPr>
        <p:spPr/>
        <p:txBody>
          <a:bodyPr/>
          <a:lstStyle>
            <a:lvl1pPr>
              <a:defRPr/>
            </a:lvl1pPr>
          </a:lstStyle>
          <a:p>
            <a:pPr>
              <a:defRPr/>
            </a:pPr>
            <a:fld id="{C14C508B-C831-4666-994A-ACF7F604999E}" type="slidenum">
              <a:rPr lang="en-US"/>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444926B6-60AD-44C1-81CE-33DEC5C15370}" type="datetime1">
              <a:rPr lang="en-US"/>
              <a:t>11/6/2025</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Jaipur National University, Jaipur</a:t>
            </a:r>
          </a:p>
        </p:txBody>
      </p:sp>
      <p:sp>
        <p:nvSpPr>
          <p:cNvPr id="6" name="Slide Number Placeholder 17"/>
          <p:cNvSpPr>
            <a:spLocks noGrp="1"/>
          </p:cNvSpPr>
          <p:nvPr>
            <p:ph type="sldNum" sz="quarter" idx="12"/>
          </p:nvPr>
        </p:nvSpPr>
        <p:spPr/>
        <p:txBody>
          <a:bodyPr/>
          <a:lstStyle>
            <a:lvl1pPr>
              <a:defRPr/>
            </a:lvl1pPr>
          </a:lstStyle>
          <a:p>
            <a:pPr>
              <a:defRPr/>
            </a:pPr>
            <a:fld id="{8BA79585-1710-42FC-B8DD-75F8FCC87B60}" type="slidenum">
              <a:rPr lang="en-US"/>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704880"/>
            <a:ext cx="8229240" cy="1143000"/>
          </a:xfrm>
          <a:prstGeom prst="rect">
            <a:avLst/>
          </a:prstGeom>
        </p:spPr>
        <p:txBody>
          <a:bodyPr lIns="0" tIns="0" rIns="0" bIns="0" anchor="ctr"/>
          <a:lstStyle/>
          <a:p>
            <a:endParaRPr/>
          </a:p>
        </p:txBody>
      </p:sp>
      <p:sp>
        <p:nvSpPr>
          <p:cNvPr id="10" name="PlaceHolder 2"/>
          <p:cNvSpPr>
            <a:spLocks noGrp="1"/>
          </p:cNvSpPr>
          <p:nvPr>
            <p:ph type="subTitle"/>
          </p:nvPr>
        </p:nvSpPr>
        <p:spPr>
          <a:xfrm>
            <a:off x="457200" y="1935000"/>
            <a:ext cx="8229240" cy="4389480"/>
          </a:xfrm>
          <a:prstGeom prst="rect">
            <a:avLst/>
          </a:prstGeom>
        </p:spPr>
        <p:txBody>
          <a:bodyPr lIns="0" tIns="0" rIns="0" bIns="0" anchor="ctr"/>
          <a:lstStyle/>
          <a:p>
            <a:pPr algn="ct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704880"/>
            <a:ext cx="8229240" cy="1143000"/>
          </a:xfrm>
          <a:prstGeom prst="rect">
            <a:avLst/>
          </a:prstGeom>
        </p:spPr>
        <p:txBody>
          <a:bodyPr lIns="0" tIns="0" rIns="0" bIns="0" anchor="ctr"/>
          <a:lstStyle/>
          <a:p>
            <a:endParaRPr/>
          </a:p>
        </p:txBody>
      </p:sp>
      <p:sp>
        <p:nvSpPr>
          <p:cNvPr id="12" name="PlaceHolder 2"/>
          <p:cNvSpPr>
            <a:spLocks noGrp="1"/>
          </p:cNvSpPr>
          <p:nvPr>
            <p:ph type="body"/>
          </p:nvPr>
        </p:nvSpPr>
        <p:spPr>
          <a:xfrm>
            <a:off x="457200" y="1935000"/>
            <a:ext cx="8229240" cy="4389120"/>
          </a:xfrm>
          <a:prstGeom prst="rect">
            <a:avLst/>
          </a:prstGeom>
        </p:spPr>
        <p:txBody>
          <a:bodyPr lIns="0" tIns="0" rIns="0" bIns="0"/>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704880"/>
            <a:ext cx="8229240" cy="1143000"/>
          </a:xfrm>
          <a:prstGeom prst="rect">
            <a:avLst/>
          </a:prstGeom>
        </p:spPr>
        <p:txBody>
          <a:bodyPr lIns="0" tIns="0" rIns="0" bIns="0" anchor="ctr"/>
          <a:lstStyle/>
          <a:p>
            <a:endParaRPr/>
          </a:p>
        </p:txBody>
      </p:sp>
      <p:sp>
        <p:nvSpPr>
          <p:cNvPr id="14" name="PlaceHolder 2"/>
          <p:cNvSpPr>
            <a:spLocks noGrp="1"/>
          </p:cNvSpPr>
          <p:nvPr>
            <p:ph type="body"/>
          </p:nvPr>
        </p:nvSpPr>
        <p:spPr>
          <a:xfrm>
            <a:off x="457200" y="1935000"/>
            <a:ext cx="4015800" cy="4389120"/>
          </a:xfrm>
          <a:prstGeom prst="rect">
            <a:avLst/>
          </a:prstGeom>
        </p:spPr>
        <p:txBody>
          <a:bodyPr lIns="0" tIns="0" rIns="0" bIns="0"/>
          <a:lstStyle/>
          <a:p>
            <a:endParaRPr/>
          </a:p>
        </p:txBody>
      </p:sp>
      <p:sp>
        <p:nvSpPr>
          <p:cNvPr id="15" name="PlaceHolder 3"/>
          <p:cNvSpPr>
            <a:spLocks noGrp="1"/>
          </p:cNvSpPr>
          <p:nvPr>
            <p:ph type="body"/>
          </p:nvPr>
        </p:nvSpPr>
        <p:spPr>
          <a:xfrm>
            <a:off x="4674240" y="1935000"/>
            <a:ext cx="4015800" cy="4389120"/>
          </a:xfrm>
          <a:prstGeom prst="rect">
            <a:avLst/>
          </a:prstGeom>
        </p:spPr>
        <p:txBody>
          <a:bodyPr lIns="0" tIns="0" rIns="0" bIns="0"/>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704880"/>
            <a:ext cx="8229240" cy="1143000"/>
          </a:xfrm>
          <a:prstGeom prst="rect">
            <a:avLst/>
          </a:prstGeom>
        </p:spPr>
        <p:txBody>
          <a:bodyPr lIns="0" tIns="0" rIns="0" bIns="0" anchor="ct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457200" y="704880"/>
            <a:ext cx="8229240" cy="5298120"/>
          </a:xfrm>
          <a:prstGeom prst="rect">
            <a:avLst/>
          </a:prstGeom>
        </p:spPr>
        <p:txBody>
          <a:bodyPr lIns="0" tIns="0" rIns="0" bIns="0" anchor="ctr"/>
          <a:lstStyle/>
          <a:p>
            <a:pPr algn="ct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704880"/>
            <a:ext cx="8229240" cy="1143000"/>
          </a:xfrm>
          <a:prstGeom prst="rect">
            <a:avLst/>
          </a:prstGeom>
        </p:spPr>
        <p:txBody>
          <a:bodyPr lIns="0" tIns="0" rIns="0" bIns="0" anchor="ctr"/>
          <a:lstStyle/>
          <a:p>
            <a:endParaRPr/>
          </a:p>
        </p:txBody>
      </p:sp>
      <p:sp>
        <p:nvSpPr>
          <p:cNvPr id="19" name="PlaceHolder 2"/>
          <p:cNvSpPr>
            <a:spLocks noGrp="1"/>
          </p:cNvSpPr>
          <p:nvPr>
            <p:ph type="body"/>
          </p:nvPr>
        </p:nvSpPr>
        <p:spPr>
          <a:xfrm>
            <a:off x="457200" y="1935000"/>
            <a:ext cx="4015800" cy="2093400"/>
          </a:xfrm>
          <a:prstGeom prst="rect">
            <a:avLst/>
          </a:prstGeom>
        </p:spPr>
        <p:txBody>
          <a:bodyPr lIns="0" tIns="0" rIns="0" bIns="0"/>
          <a:lstStyle/>
          <a:p>
            <a:endParaRPr/>
          </a:p>
        </p:txBody>
      </p:sp>
      <p:sp>
        <p:nvSpPr>
          <p:cNvPr id="20" name="PlaceHolder 3"/>
          <p:cNvSpPr>
            <a:spLocks noGrp="1"/>
          </p:cNvSpPr>
          <p:nvPr>
            <p:ph type="body"/>
          </p:nvPr>
        </p:nvSpPr>
        <p:spPr>
          <a:xfrm>
            <a:off x="457200" y="4227840"/>
            <a:ext cx="4015800" cy="2093400"/>
          </a:xfrm>
          <a:prstGeom prst="rect">
            <a:avLst/>
          </a:prstGeom>
        </p:spPr>
        <p:txBody>
          <a:bodyPr lIns="0" tIns="0" rIns="0" bIns="0"/>
          <a:lstStyle/>
          <a:p>
            <a:endParaRPr/>
          </a:p>
        </p:txBody>
      </p:sp>
      <p:sp>
        <p:nvSpPr>
          <p:cNvPr id="21" name="PlaceHolder 4"/>
          <p:cNvSpPr>
            <a:spLocks noGrp="1"/>
          </p:cNvSpPr>
          <p:nvPr>
            <p:ph type="body"/>
          </p:nvPr>
        </p:nvSpPr>
        <p:spPr>
          <a:xfrm>
            <a:off x="4674240" y="1935000"/>
            <a:ext cx="4015800" cy="4389120"/>
          </a:xfrm>
          <a:prstGeom prst="rect">
            <a:avLst/>
          </a:prstGeom>
        </p:spPr>
        <p:txBody>
          <a:bodyPr lIns="0" tIns="0" rIns="0" bIns="0"/>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704880"/>
            <a:ext cx="8229240" cy="1143000"/>
          </a:xfrm>
          <a:prstGeom prst="rect">
            <a:avLst/>
          </a:prstGeom>
        </p:spPr>
        <p:txBody>
          <a:bodyPr lIns="0" tIns="0" rIns="0" bIns="0" anchor="ctr"/>
          <a:lstStyle/>
          <a:p>
            <a:endParaRPr/>
          </a:p>
        </p:txBody>
      </p:sp>
      <p:sp>
        <p:nvSpPr>
          <p:cNvPr id="23" name="PlaceHolder 2"/>
          <p:cNvSpPr>
            <a:spLocks noGrp="1"/>
          </p:cNvSpPr>
          <p:nvPr>
            <p:ph type="body"/>
          </p:nvPr>
        </p:nvSpPr>
        <p:spPr>
          <a:xfrm>
            <a:off x="457200" y="1935000"/>
            <a:ext cx="4015800" cy="4389120"/>
          </a:xfrm>
          <a:prstGeom prst="rect">
            <a:avLst/>
          </a:prstGeom>
        </p:spPr>
        <p:txBody>
          <a:bodyPr lIns="0" tIns="0" rIns="0" bIns="0"/>
          <a:lstStyle/>
          <a:p>
            <a:endParaRPr/>
          </a:p>
        </p:txBody>
      </p:sp>
      <p:sp>
        <p:nvSpPr>
          <p:cNvPr id="24" name="PlaceHolder 3"/>
          <p:cNvSpPr>
            <a:spLocks noGrp="1"/>
          </p:cNvSpPr>
          <p:nvPr>
            <p:ph type="body"/>
          </p:nvPr>
        </p:nvSpPr>
        <p:spPr>
          <a:xfrm>
            <a:off x="4674240" y="1935000"/>
            <a:ext cx="4015800" cy="2093400"/>
          </a:xfrm>
          <a:prstGeom prst="rect">
            <a:avLst/>
          </a:prstGeom>
        </p:spPr>
        <p:txBody>
          <a:bodyPr lIns="0" tIns="0" rIns="0" bIns="0"/>
          <a:lstStyle/>
          <a:p>
            <a:endParaRPr/>
          </a:p>
        </p:txBody>
      </p:sp>
      <p:sp>
        <p:nvSpPr>
          <p:cNvPr id="25" name="PlaceHolder 4"/>
          <p:cNvSpPr>
            <a:spLocks noGrp="1"/>
          </p:cNvSpPr>
          <p:nvPr>
            <p:ph type="body"/>
          </p:nvPr>
        </p:nvSpPr>
        <p:spPr>
          <a:xfrm>
            <a:off x="4674240" y="4227840"/>
            <a:ext cx="4015800" cy="2093400"/>
          </a:xfrm>
          <a:prstGeom prst="rect">
            <a:avLst/>
          </a:prstGeom>
        </p:spPr>
        <p:txBody>
          <a:bodyPr lIns="0" tIns="0" rIns="0" bIns="0"/>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704880"/>
            <a:ext cx="8229240" cy="1143000"/>
          </a:xfrm>
          <a:prstGeom prst="rect">
            <a:avLst/>
          </a:prstGeom>
        </p:spPr>
        <p:txBody>
          <a:bodyPr lIns="0" tIns="0" rIns="0" bIns="0" anchor="ctr"/>
          <a:lstStyle/>
          <a:p>
            <a:endParaRPr/>
          </a:p>
        </p:txBody>
      </p:sp>
      <p:sp>
        <p:nvSpPr>
          <p:cNvPr id="27" name="PlaceHolder 2"/>
          <p:cNvSpPr>
            <a:spLocks noGrp="1"/>
          </p:cNvSpPr>
          <p:nvPr>
            <p:ph type="body"/>
          </p:nvPr>
        </p:nvSpPr>
        <p:spPr>
          <a:xfrm>
            <a:off x="457200" y="1935000"/>
            <a:ext cx="4015800" cy="2093400"/>
          </a:xfrm>
          <a:prstGeom prst="rect">
            <a:avLst/>
          </a:prstGeom>
        </p:spPr>
        <p:txBody>
          <a:bodyPr lIns="0" tIns="0" rIns="0" bIns="0"/>
          <a:lstStyle/>
          <a:p>
            <a:endParaRPr/>
          </a:p>
        </p:txBody>
      </p:sp>
      <p:sp>
        <p:nvSpPr>
          <p:cNvPr id="28" name="PlaceHolder 3"/>
          <p:cNvSpPr>
            <a:spLocks noGrp="1"/>
          </p:cNvSpPr>
          <p:nvPr>
            <p:ph type="body"/>
          </p:nvPr>
        </p:nvSpPr>
        <p:spPr>
          <a:xfrm>
            <a:off x="4674240" y="1935000"/>
            <a:ext cx="4015800" cy="2093400"/>
          </a:xfrm>
          <a:prstGeom prst="rect">
            <a:avLst/>
          </a:prstGeom>
        </p:spPr>
        <p:txBody>
          <a:bodyPr lIns="0" tIns="0" rIns="0" bIns="0"/>
          <a:lstStyle/>
          <a:p>
            <a:endParaRPr/>
          </a:p>
        </p:txBody>
      </p:sp>
      <p:sp>
        <p:nvSpPr>
          <p:cNvPr id="29" name="PlaceHolder 4"/>
          <p:cNvSpPr>
            <a:spLocks noGrp="1"/>
          </p:cNvSpPr>
          <p:nvPr>
            <p:ph type="body"/>
          </p:nvPr>
        </p:nvSpPr>
        <p:spPr>
          <a:xfrm>
            <a:off x="457200" y="4227840"/>
            <a:ext cx="8229240" cy="2093400"/>
          </a:xfrm>
          <a:prstGeom prst="rect">
            <a:avLst/>
          </a:prstGeom>
        </p:spPr>
        <p:txBody>
          <a:bodyPr lIns="0" tIns="0" rIns="0" bIns="0"/>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704880"/>
            <a:ext cx="8229240" cy="1143000"/>
          </a:xfrm>
          <a:prstGeom prst="rect">
            <a:avLst/>
          </a:prstGeom>
        </p:spPr>
        <p:txBody>
          <a:bodyPr lIns="0" tIns="0" rIns="0" bIns="0" anchor="ctr"/>
          <a:lstStyle/>
          <a:p>
            <a:endParaRPr/>
          </a:p>
        </p:txBody>
      </p:sp>
      <p:sp>
        <p:nvSpPr>
          <p:cNvPr id="31" name="PlaceHolder 2"/>
          <p:cNvSpPr>
            <a:spLocks noGrp="1"/>
          </p:cNvSpPr>
          <p:nvPr>
            <p:ph type="body"/>
          </p:nvPr>
        </p:nvSpPr>
        <p:spPr>
          <a:xfrm>
            <a:off x="457200" y="1935000"/>
            <a:ext cx="8229240" cy="2093400"/>
          </a:xfrm>
          <a:prstGeom prst="rect">
            <a:avLst/>
          </a:prstGeom>
        </p:spPr>
        <p:txBody>
          <a:bodyPr lIns="0" tIns="0" rIns="0" bIns="0"/>
          <a:lstStyle/>
          <a:p>
            <a:endParaRPr/>
          </a:p>
        </p:txBody>
      </p:sp>
      <p:sp>
        <p:nvSpPr>
          <p:cNvPr id="32" name="PlaceHolder 3"/>
          <p:cNvSpPr>
            <a:spLocks noGrp="1"/>
          </p:cNvSpPr>
          <p:nvPr>
            <p:ph type="body"/>
          </p:nvPr>
        </p:nvSpPr>
        <p:spPr>
          <a:xfrm>
            <a:off x="457200" y="4227840"/>
            <a:ext cx="8229240" cy="2093400"/>
          </a:xfrm>
          <a:prstGeom prst="rect">
            <a:avLst/>
          </a:prstGeom>
        </p:spPr>
        <p:txBody>
          <a:bodyPr lIns="0" tIns="0" rIns="0" bIns="0"/>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704880"/>
            <a:ext cx="8229240" cy="1143000"/>
          </a:xfrm>
          <a:prstGeom prst="rect">
            <a:avLst/>
          </a:prstGeom>
        </p:spPr>
        <p:txBody>
          <a:bodyPr lIns="0" tIns="0" rIns="0" bIns="0" anchor="ctr"/>
          <a:lstStyle/>
          <a:p>
            <a:endParaRPr/>
          </a:p>
        </p:txBody>
      </p:sp>
      <p:sp>
        <p:nvSpPr>
          <p:cNvPr id="34" name="PlaceHolder 2"/>
          <p:cNvSpPr>
            <a:spLocks noGrp="1"/>
          </p:cNvSpPr>
          <p:nvPr>
            <p:ph type="body"/>
          </p:nvPr>
        </p:nvSpPr>
        <p:spPr>
          <a:xfrm>
            <a:off x="457200" y="1935000"/>
            <a:ext cx="4015800" cy="2093400"/>
          </a:xfrm>
          <a:prstGeom prst="rect">
            <a:avLst/>
          </a:prstGeom>
        </p:spPr>
        <p:txBody>
          <a:bodyPr lIns="0" tIns="0" rIns="0" bIns="0"/>
          <a:lstStyle/>
          <a:p>
            <a:endParaRPr/>
          </a:p>
        </p:txBody>
      </p:sp>
      <p:sp>
        <p:nvSpPr>
          <p:cNvPr id="35" name="PlaceHolder 3"/>
          <p:cNvSpPr>
            <a:spLocks noGrp="1"/>
          </p:cNvSpPr>
          <p:nvPr>
            <p:ph type="body"/>
          </p:nvPr>
        </p:nvSpPr>
        <p:spPr>
          <a:xfrm>
            <a:off x="4674240" y="1935000"/>
            <a:ext cx="4015800" cy="2093400"/>
          </a:xfrm>
          <a:prstGeom prst="rect">
            <a:avLst/>
          </a:prstGeom>
        </p:spPr>
        <p:txBody>
          <a:bodyPr lIns="0" tIns="0" rIns="0" bIns="0"/>
          <a:lstStyle/>
          <a:p>
            <a:endParaRPr/>
          </a:p>
        </p:txBody>
      </p:sp>
      <p:sp>
        <p:nvSpPr>
          <p:cNvPr id="36" name="PlaceHolder 4"/>
          <p:cNvSpPr>
            <a:spLocks noGrp="1"/>
          </p:cNvSpPr>
          <p:nvPr>
            <p:ph type="body"/>
          </p:nvPr>
        </p:nvSpPr>
        <p:spPr>
          <a:xfrm>
            <a:off x="4674240" y="4227840"/>
            <a:ext cx="4015800" cy="2093400"/>
          </a:xfrm>
          <a:prstGeom prst="rect">
            <a:avLst/>
          </a:prstGeom>
        </p:spPr>
        <p:txBody>
          <a:bodyPr lIns="0" tIns="0" rIns="0" bIns="0"/>
          <a:lstStyle/>
          <a:p>
            <a:endParaRPr/>
          </a:p>
        </p:txBody>
      </p:sp>
      <p:sp>
        <p:nvSpPr>
          <p:cNvPr id="37" name="PlaceHolder 5"/>
          <p:cNvSpPr>
            <a:spLocks noGrp="1"/>
          </p:cNvSpPr>
          <p:nvPr>
            <p:ph type="body"/>
          </p:nvPr>
        </p:nvSpPr>
        <p:spPr>
          <a:xfrm>
            <a:off x="457200" y="4227840"/>
            <a:ext cx="4015800" cy="2093400"/>
          </a:xfrm>
          <a:prstGeom prst="rect">
            <a:avLst/>
          </a:prstGeom>
        </p:spPr>
        <p:txBody>
          <a:bodyPr lIns="0" tIns="0" rIns="0" bIns="0"/>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704880"/>
            <a:ext cx="8229240" cy="1143000"/>
          </a:xfrm>
          <a:prstGeom prst="rect">
            <a:avLst/>
          </a:prstGeom>
        </p:spPr>
        <p:txBody>
          <a:bodyPr lIns="0" tIns="0" rIns="0" bIns="0" anchor="ctr"/>
          <a:lstStyle/>
          <a:p>
            <a:endParaRPr/>
          </a:p>
        </p:txBody>
      </p:sp>
      <p:sp>
        <p:nvSpPr>
          <p:cNvPr id="39" name="PlaceHolder 2"/>
          <p:cNvSpPr>
            <a:spLocks noGrp="1"/>
          </p:cNvSpPr>
          <p:nvPr>
            <p:ph type="body"/>
          </p:nvPr>
        </p:nvSpPr>
        <p:spPr>
          <a:xfrm>
            <a:off x="457200" y="1935000"/>
            <a:ext cx="8229240" cy="4389120"/>
          </a:xfrm>
          <a:prstGeom prst="rect">
            <a:avLst/>
          </a:prstGeom>
        </p:spPr>
        <p:txBody>
          <a:bodyPr lIns="0" tIns="0" rIns="0" bIns="0"/>
          <a:lstStyle/>
          <a:p>
            <a:endParaRPr/>
          </a:p>
        </p:txBody>
      </p:sp>
      <p:sp>
        <p:nvSpPr>
          <p:cNvPr id="40" name="PlaceHolder 3"/>
          <p:cNvSpPr>
            <a:spLocks noGrp="1"/>
          </p:cNvSpPr>
          <p:nvPr>
            <p:ph type="body"/>
          </p:nvPr>
        </p:nvSpPr>
        <p:spPr>
          <a:xfrm>
            <a:off x="457200" y="1935000"/>
            <a:ext cx="8229240" cy="4389120"/>
          </a:xfrm>
          <a:prstGeom prst="rect">
            <a:avLst/>
          </a:prstGeom>
        </p:spPr>
        <p:txBody>
          <a:bodyPr lIns="0" tIns="0" rIns="0" bIns="0"/>
          <a:lstStyle/>
          <a:p>
            <a:endParaRPr/>
          </a:p>
        </p:txBody>
      </p:sp>
      <p:pic>
        <p:nvPicPr>
          <p:cNvPr id="41" name="Picture 40"/>
          <p:cNvPicPr/>
          <p:nvPr/>
        </p:nvPicPr>
        <p:blipFill>
          <a:blip r:embed="rId2"/>
          <a:stretch>
            <a:fillRect/>
          </a:stretch>
        </p:blipFill>
        <p:spPr>
          <a:xfrm>
            <a:off x="1821240" y="1935000"/>
            <a:ext cx="5500800" cy="4389120"/>
          </a:xfrm>
          <a:prstGeom prst="rect">
            <a:avLst/>
          </a:prstGeom>
          <a:ln>
            <a:noFill/>
          </a:ln>
        </p:spPr>
      </p:pic>
      <p:pic>
        <p:nvPicPr>
          <p:cNvPr id="42" name="Picture 41"/>
          <p:cNvPicPr/>
          <p:nvPr/>
        </p:nvPicPr>
        <p:blipFill>
          <a:blip r:embed="rId2"/>
          <a:stretch>
            <a:fillRect/>
          </a:stretch>
        </p:blipFill>
        <p:spPr>
          <a:xfrm>
            <a:off x="1821240" y="1935000"/>
            <a:ext cx="5500800" cy="4389120"/>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lang="en-US">
              <a:solidFill>
                <a:prstClr val="black"/>
              </a:solidFill>
            </a:endParaRPr>
          </a:p>
        </p:txBody>
      </p:sp>
      <p:sp>
        <p:nvSpPr>
          <p:cNvPr id="8" name="Freeform 7"/>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lang="en-US">
              <a:solidFill>
                <a:prstClr val="black"/>
              </a:solidFill>
            </a:endParaRPr>
          </a:p>
        </p:txBody>
      </p:sp>
      <p:sp>
        <p:nvSpPr>
          <p:cNvPr id="1028" name="Title Placeholder 8"/>
          <p:cNvSpPr>
            <a:spLocks noGrp="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lstStyle/>
          <a:p>
            <a:pPr lvl="0"/>
            <a:r>
              <a:rPr lang="en-US"/>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wrap="square" lIns="0" tIns="0" rIns="0" bIns="0" numCol="1" anchor="b" anchorCtr="0" compatLnSpc="1"/>
          <a:lstStyle>
            <a:lvl1pPr eaLnBrk="1" hangingPunct="1">
              <a:defRPr sz="1200">
                <a:solidFill>
                  <a:srgbClr val="045C75"/>
                </a:solidFill>
                <a:latin typeface="Constantia" panose="02030602050306030303" pitchFamily="18" charset="0"/>
              </a:defRPr>
            </a:lvl1pPr>
          </a:lstStyle>
          <a:p>
            <a:pPr fontAlgn="base">
              <a:spcBef>
                <a:spcPct val="0"/>
              </a:spcBef>
              <a:spcAft>
                <a:spcPct val="0"/>
              </a:spcAft>
              <a:defRPr/>
            </a:pPr>
            <a:fld id="{00278F10-0256-4456-BE6E-B7BE3AAD0020}" type="datetime1">
              <a:rPr lang="en-US"/>
              <a:t>11/6/2025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wrap="square" lIns="0" tIns="0" rIns="0" bIns="0" numCol="1" anchor="b" anchorCtr="0" compatLnSpc="1"/>
          <a:lstStyle>
            <a:lvl1pPr eaLnBrk="1" hangingPunct="1">
              <a:defRPr sz="1200">
                <a:solidFill>
                  <a:srgbClr val="045C75"/>
                </a:solidFill>
                <a:latin typeface="Constantia" panose="02030602050306030303" pitchFamily="18" charset="0"/>
              </a:defRPr>
            </a:lvl1pPr>
          </a:lstStyle>
          <a:p>
            <a:pPr fontAlgn="base">
              <a:spcBef>
                <a:spcPct val="0"/>
              </a:spcBef>
              <a:spcAft>
                <a:spcPct val="0"/>
              </a:spcAft>
              <a:defRPr/>
            </a:pPr>
            <a:r>
              <a:rPr lang="en-US"/>
              <a:t>Jaipur National University, Jaipur</a:t>
            </a: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lstStyle>
            <a:lvl1pPr algn="r" eaLnBrk="1" hangingPunct="1">
              <a:defRPr sz="1200" smtClean="0">
                <a:solidFill>
                  <a:srgbClr val="045C75"/>
                </a:solidFill>
                <a:latin typeface="Constantia" panose="02030602050306030303" pitchFamily="18" charset="0"/>
              </a:defRPr>
            </a:lvl1pPr>
          </a:lstStyle>
          <a:p>
            <a:pPr fontAlgn="base">
              <a:spcBef>
                <a:spcPct val="0"/>
              </a:spcBef>
              <a:spcAft>
                <a:spcPct val="0"/>
              </a:spcAft>
              <a:defRPr/>
            </a:pPr>
            <a:fld id="{BB3FBFCF-C9F7-4306-9EC0-295D5179BE6B}" type="slidenum">
              <a:rPr lang="en-US"/>
              <a:t>‹#›</a:t>
            </a:fld>
            <a:endParaRPr lang="en-US"/>
          </a:p>
        </p:txBody>
      </p:sp>
      <p:grpSp>
        <p:nvGrpSpPr>
          <p:cNvPr id="1033" name="Group 1"/>
          <p:cNvGrpSpPr/>
          <p:nvPr/>
        </p:nvGrpSpPr>
        <p:grpSpPr bwMode="auto">
          <a:xfrm>
            <a:off x="-19050" y="203200"/>
            <a:ext cx="9180513" cy="647700"/>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lang="en-US">
                <a:solidFill>
                  <a:prstClr val="black"/>
                </a:solidFill>
              </a:endParaRPr>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lang="en-US">
                <a:solidFill>
                  <a:prstClr val="black"/>
                </a:solidFill>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anose="020F0502020204030204" pitchFamily="34" charset="0"/>
        </a:defRPr>
      </a:lvl2pPr>
      <a:lvl3pPr algn="l" rtl="0" eaLnBrk="0" fontAlgn="base" hangingPunct="0">
        <a:spcBef>
          <a:spcPct val="0"/>
        </a:spcBef>
        <a:spcAft>
          <a:spcPct val="0"/>
        </a:spcAft>
        <a:defRPr sz="5000">
          <a:solidFill>
            <a:schemeClr val="tx2"/>
          </a:solidFill>
          <a:latin typeface="Calibri" panose="020F0502020204030204" pitchFamily="34" charset="0"/>
        </a:defRPr>
      </a:lvl3pPr>
      <a:lvl4pPr algn="l" rtl="0" eaLnBrk="0" fontAlgn="base" hangingPunct="0">
        <a:spcBef>
          <a:spcPct val="0"/>
        </a:spcBef>
        <a:spcAft>
          <a:spcPct val="0"/>
        </a:spcAft>
        <a:defRPr sz="5000">
          <a:solidFill>
            <a:schemeClr val="tx2"/>
          </a:solidFill>
          <a:latin typeface="Calibri" panose="020F0502020204030204" pitchFamily="34" charset="0"/>
        </a:defRPr>
      </a:lvl4pPr>
      <a:lvl5pPr algn="l" rtl="0" eaLnBrk="0" fontAlgn="base" hangingPunct="0">
        <a:spcBef>
          <a:spcPct val="0"/>
        </a:spcBef>
        <a:spcAft>
          <a:spcPct val="0"/>
        </a:spcAft>
        <a:defRPr sz="5000">
          <a:solidFill>
            <a:schemeClr val="tx2"/>
          </a:solidFill>
          <a:latin typeface="Calibri" panose="020F0502020204030204" pitchFamily="34" charset="0"/>
        </a:defRPr>
      </a:lvl5pPr>
      <a:lvl6pPr marL="457200" algn="l" rtl="0" fontAlgn="base">
        <a:spcBef>
          <a:spcPct val="0"/>
        </a:spcBef>
        <a:spcAft>
          <a:spcPct val="0"/>
        </a:spcAft>
        <a:defRPr sz="5000">
          <a:solidFill>
            <a:schemeClr val="tx2"/>
          </a:solidFill>
          <a:latin typeface="Calibri" panose="020F0502020204030204" pitchFamily="34" charset="0"/>
        </a:defRPr>
      </a:lvl6pPr>
      <a:lvl7pPr marL="914400" algn="l" rtl="0" fontAlgn="base">
        <a:spcBef>
          <a:spcPct val="0"/>
        </a:spcBef>
        <a:spcAft>
          <a:spcPct val="0"/>
        </a:spcAft>
        <a:defRPr sz="5000">
          <a:solidFill>
            <a:schemeClr val="tx2"/>
          </a:solidFill>
          <a:latin typeface="Calibri" panose="020F0502020204030204" pitchFamily="34" charset="0"/>
        </a:defRPr>
      </a:lvl7pPr>
      <a:lvl8pPr marL="1371600" algn="l" rtl="0" fontAlgn="base">
        <a:spcBef>
          <a:spcPct val="0"/>
        </a:spcBef>
        <a:spcAft>
          <a:spcPct val="0"/>
        </a:spcAft>
        <a:defRPr sz="5000">
          <a:solidFill>
            <a:schemeClr val="tx2"/>
          </a:solidFill>
          <a:latin typeface="Calibri" panose="020F0502020204030204" pitchFamily="34" charset="0"/>
        </a:defRPr>
      </a:lvl8pPr>
      <a:lvl9pPr marL="1828800" algn="l" rtl="0" fontAlgn="base">
        <a:spcBef>
          <a:spcPct val="0"/>
        </a:spcBef>
        <a:spcAft>
          <a:spcPct val="0"/>
        </a:spcAft>
        <a:defRPr sz="5000">
          <a:solidFill>
            <a:schemeClr val="tx2"/>
          </a:solidFill>
          <a:latin typeface="Calibri" panose="020F0502020204030204" pitchFamily="34" charset="0"/>
        </a:defRPr>
      </a:lvl9pPr>
    </p:titleStyle>
    <p:body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313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6180"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lang="en-US">
              <a:solidFill>
                <a:prstClr val="black"/>
              </a:solidFill>
            </a:endParaRPr>
          </a:p>
        </p:txBody>
      </p:sp>
      <p:sp>
        <p:nvSpPr>
          <p:cNvPr id="8" name="Freeform 7"/>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lang="en-US">
              <a:solidFill>
                <a:prstClr val="black"/>
              </a:solidFill>
            </a:endParaRPr>
          </a:p>
        </p:txBody>
      </p:sp>
      <p:sp>
        <p:nvSpPr>
          <p:cNvPr id="1028" name="Title Placeholder 8"/>
          <p:cNvSpPr>
            <a:spLocks noGrp="1"/>
          </p:cNvSpPr>
          <p:nvPr>
            <p:ph type="title"/>
          </p:nvPr>
        </p:nvSpPr>
        <p:spPr bwMode="auto">
          <a:xfrm>
            <a:off x="457200" y="704850"/>
            <a:ext cx="8229600" cy="1143000"/>
          </a:xfrm>
          <a:prstGeom prst="rect">
            <a:avLst/>
          </a:prstGeom>
          <a:noFill/>
          <a:ln w="9525">
            <a:noFill/>
            <a:miter lim="800000"/>
          </a:ln>
        </p:spPr>
        <p:txBody>
          <a:bodyPr vert="horz" wrap="square" lIns="0" tIns="45720" rIns="0" bIns="0" numCol="1" anchor="b" anchorCtr="0" compatLnSpc="1"/>
          <a:lstStyle/>
          <a:p>
            <a:pPr lvl="0"/>
            <a:r>
              <a:rPr lang="en-US"/>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wrap="square" lIns="0" tIns="0" rIns="0" bIns="0" numCol="1" anchor="b" anchorCtr="0" compatLnSpc="1"/>
          <a:lstStyle>
            <a:lvl1pPr eaLnBrk="1" hangingPunct="1">
              <a:defRPr sz="1200">
                <a:solidFill>
                  <a:srgbClr val="045C75"/>
                </a:solidFill>
                <a:latin typeface="Constantia" panose="02030602050306030303" pitchFamily="18" charset="0"/>
              </a:defRPr>
            </a:lvl1pPr>
          </a:lstStyle>
          <a:p>
            <a:pPr fontAlgn="base">
              <a:spcBef>
                <a:spcPct val="0"/>
              </a:spcBef>
              <a:spcAft>
                <a:spcPct val="0"/>
              </a:spcAft>
              <a:defRPr/>
            </a:pPr>
            <a:fld id="{909E6B8C-4F8E-4CB7-B200-A4C4B2D95693}" type="datetime1">
              <a:rPr lang="en-US"/>
              <a:t>11/6/2025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wrap="square" lIns="0" tIns="0" rIns="0" bIns="0" numCol="1" anchor="b" anchorCtr="0" compatLnSpc="1"/>
          <a:lstStyle>
            <a:lvl1pPr eaLnBrk="1" hangingPunct="1">
              <a:defRPr sz="1200">
                <a:solidFill>
                  <a:srgbClr val="045C75"/>
                </a:solidFill>
                <a:latin typeface="Constantia" panose="02030602050306030303" pitchFamily="18" charset="0"/>
              </a:defRPr>
            </a:lvl1pPr>
          </a:lstStyle>
          <a:p>
            <a:pPr fontAlgn="base">
              <a:spcBef>
                <a:spcPct val="0"/>
              </a:spcBef>
              <a:spcAft>
                <a:spcPct val="0"/>
              </a:spcAft>
              <a:defRPr/>
            </a:pPr>
            <a:r>
              <a:rPr lang="en-US"/>
              <a:t>Jaipur National University, Jaipur</a:t>
            </a: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lstStyle>
            <a:lvl1pPr algn="r" eaLnBrk="1" hangingPunct="1">
              <a:defRPr sz="1200">
                <a:solidFill>
                  <a:srgbClr val="045C75"/>
                </a:solidFill>
                <a:latin typeface="Constantia" panose="02030602050306030303" pitchFamily="18" charset="0"/>
              </a:defRPr>
            </a:lvl1pPr>
          </a:lstStyle>
          <a:p>
            <a:pPr fontAlgn="base">
              <a:spcBef>
                <a:spcPct val="0"/>
              </a:spcBef>
              <a:spcAft>
                <a:spcPct val="0"/>
              </a:spcAft>
              <a:defRPr/>
            </a:pPr>
            <a:fld id="{EF996FD1-5D56-4F7C-BF30-30F37FB7BD4B}" type="slidenum">
              <a:rPr lang="en-US"/>
              <a:t>‹#›</a:t>
            </a:fld>
            <a:endParaRPr lang="en-US"/>
          </a:p>
        </p:txBody>
      </p:sp>
      <p:grpSp>
        <p:nvGrpSpPr>
          <p:cNvPr id="1033" name="Group 1"/>
          <p:cNvGrpSpPr/>
          <p:nvPr/>
        </p:nvGrpSpPr>
        <p:grpSpPr bwMode="auto">
          <a:xfrm>
            <a:off x="-19050" y="203200"/>
            <a:ext cx="9180513" cy="647700"/>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lang="en-US">
                <a:solidFill>
                  <a:prstClr val="black"/>
                </a:solidFill>
              </a:endParaRPr>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lang="en-US">
                <a:solidFill>
                  <a:prstClr val="black"/>
                </a:solidFill>
              </a:endParaRPr>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anose="020F0502020204030204" pitchFamily="34" charset="0"/>
        </a:defRPr>
      </a:lvl2pPr>
      <a:lvl3pPr algn="l" rtl="0" eaLnBrk="0" fontAlgn="base" hangingPunct="0">
        <a:spcBef>
          <a:spcPct val="0"/>
        </a:spcBef>
        <a:spcAft>
          <a:spcPct val="0"/>
        </a:spcAft>
        <a:defRPr sz="5000">
          <a:solidFill>
            <a:schemeClr val="tx2"/>
          </a:solidFill>
          <a:latin typeface="Calibri" panose="020F0502020204030204" pitchFamily="34" charset="0"/>
        </a:defRPr>
      </a:lvl3pPr>
      <a:lvl4pPr algn="l" rtl="0" eaLnBrk="0" fontAlgn="base" hangingPunct="0">
        <a:spcBef>
          <a:spcPct val="0"/>
        </a:spcBef>
        <a:spcAft>
          <a:spcPct val="0"/>
        </a:spcAft>
        <a:defRPr sz="5000">
          <a:solidFill>
            <a:schemeClr val="tx2"/>
          </a:solidFill>
          <a:latin typeface="Calibri" panose="020F0502020204030204" pitchFamily="34" charset="0"/>
        </a:defRPr>
      </a:lvl4pPr>
      <a:lvl5pPr algn="l" rtl="0" eaLnBrk="0" fontAlgn="base" hangingPunct="0">
        <a:spcBef>
          <a:spcPct val="0"/>
        </a:spcBef>
        <a:spcAft>
          <a:spcPct val="0"/>
        </a:spcAft>
        <a:defRPr sz="5000">
          <a:solidFill>
            <a:schemeClr val="tx2"/>
          </a:solidFill>
          <a:latin typeface="Calibri" panose="020F0502020204030204" pitchFamily="34" charset="0"/>
        </a:defRPr>
      </a:lvl5pPr>
      <a:lvl6pPr marL="457200" algn="l" rtl="0" fontAlgn="base">
        <a:spcBef>
          <a:spcPct val="0"/>
        </a:spcBef>
        <a:spcAft>
          <a:spcPct val="0"/>
        </a:spcAft>
        <a:defRPr sz="5000">
          <a:solidFill>
            <a:schemeClr val="tx2"/>
          </a:solidFill>
          <a:latin typeface="Calibri" panose="020F0502020204030204" pitchFamily="34" charset="0"/>
        </a:defRPr>
      </a:lvl6pPr>
      <a:lvl7pPr marL="914400" algn="l" rtl="0" fontAlgn="base">
        <a:spcBef>
          <a:spcPct val="0"/>
        </a:spcBef>
        <a:spcAft>
          <a:spcPct val="0"/>
        </a:spcAft>
        <a:defRPr sz="5000">
          <a:solidFill>
            <a:schemeClr val="tx2"/>
          </a:solidFill>
          <a:latin typeface="Calibri" panose="020F0502020204030204" pitchFamily="34" charset="0"/>
        </a:defRPr>
      </a:lvl7pPr>
      <a:lvl8pPr marL="1371600" algn="l" rtl="0" fontAlgn="base">
        <a:spcBef>
          <a:spcPct val="0"/>
        </a:spcBef>
        <a:spcAft>
          <a:spcPct val="0"/>
        </a:spcAft>
        <a:defRPr sz="5000">
          <a:solidFill>
            <a:schemeClr val="tx2"/>
          </a:solidFill>
          <a:latin typeface="Calibri" panose="020F0502020204030204" pitchFamily="34" charset="0"/>
        </a:defRPr>
      </a:lvl8pPr>
      <a:lvl9pPr marL="1828800" algn="l" rtl="0" fontAlgn="base">
        <a:spcBef>
          <a:spcPct val="0"/>
        </a:spcBef>
        <a:spcAft>
          <a:spcPct val="0"/>
        </a:spcAft>
        <a:defRPr sz="5000">
          <a:solidFill>
            <a:schemeClr val="tx2"/>
          </a:solidFill>
          <a:latin typeface="Calibri" panose="020F0502020204030204" pitchFamily="34" charset="0"/>
        </a:defRPr>
      </a:lvl9pPr>
    </p:titleStyle>
    <p:bodyStyle>
      <a:lvl1pPr marL="271780" indent="-27178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313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6180" indent="-20828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828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4"/>
        </a:blipFill>
        <a:effectLst/>
      </p:bgPr>
    </p:bg>
    <p:spTree>
      <p:nvGrpSpPr>
        <p:cNvPr id="1" name=""/>
        <p:cNvGrpSpPr/>
        <p:nvPr/>
      </p:nvGrpSpPr>
      <p:grpSpPr>
        <a:xfrm>
          <a:off x="0" y="0"/>
          <a:ext cx="0" cy="0"/>
          <a:chOff x="0" y="0"/>
          <a:chExt cx="0" cy="0"/>
        </a:xfrm>
      </p:grpSpPr>
      <p:sp>
        <p:nvSpPr>
          <p:cNvPr id="9" name="CustomShape 1"/>
          <p:cNvSpPr/>
          <p:nvPr/>
        </p:nvSpPr>
        <p:spPr>
          <a:xfrm>
            <a:off x="-9360" y="-7920"/>
            <a:ext cx="9162720" cy="1041120"/>
          </a:xfrm>
          <a:prstGeom prst="rect">
            <a:avLst/>
          </a:prstGeom>
          <a:gradFill>
            <a:gsLst>
              <a:gs pos="0">
                <a:srgbClr val="0074A0"/>
              </a:gs>
              <a:gs pos="100000">
                <a:srgbClr val="00C4CD"/>
              </a:gs>
            </a:gsLst>
            <a:lin ang="5400000"/>
          </a:gradFill>
          <a:ln w="9360">
            <a:noFill/>
          </a:ln>
        </p:spPr>
      </p:sp>
      <p:sp>
        <p:nvSpPr>
          <p:cNvPr id="10" name="CustomShape 2"/>
          <p:cNvSpPr/>
          <p:nvPr/>
        </p:nvSpPr>
        <p:spPr>
          <a:xfrm>
            <a:off x="4381560" y="-7920"/>
            <a:ext cx="4762080" cy="637920"/>
          </a:xfrm>
          <a:prstGeom prst="rect">
            <a:avLst/>
          </a:prstGeom>
          <a:gradFill>
            <a:gsLst>
              <a:gs pos="0">
                <a:srgbClr val="008ABF"/>
              </a:gs>
              <a:gs pos="100000">
                <a:srgbClr val="00A0A8"/>
              </a:gs>
            </a:gsLst>
            <a:lin ang="16200000"/>
          </a:gradFill>
          <a:ln w="9360">
            <a:noFill/>
          </a:ln>
        </p:spPr>
      </p:sp>
      <p:sp>
        <p:nvSpPr>
          <p:cNvPr id="2" name="CustomShape 3"/>
          <p:cNvSpPr/>
          <p:nvPr/>
        </p:nvSpPr>
        <p:spPr>
          <a:xfrm rot="21436200">
            <a:off x="-18720" y="203040"/>
            <a:ext cx="9162720" cy="647280"/>
          </a:xfrm>
          <a:prstGeom prst="rect">
            <a:avLst/>
          </a:prstGeom>
          <a:noFill/>
          <a:ln w="10800">
            <a:solidFill>
              <a:srgbClr val="09B7BF"/>
            </a:solidFill>
            <a:round/>
          </a:ln>
        </p:spPr>
      </p:sp>
      <p:sp>
        <p:nvSpPr>
          <p:cNvPr id="3" name="CustomShape 4"/>
          <p:cNvSpPr/>
          <p:nvPr/>
        </p:nvSpPr>
        <p:spPr>
          <a:xfrm rot="21436200">
            <a:off x="-14040" y="276480"/>
            <a:ext cx="9175320" cy="528840"/>
          </a:xfrm>
          <a:prstGeom prst="rect">
            <a:avLst/>
          </a:prstGeom>
          <a:noFill/>
          <a:ln w="9360">
            <a:solidFill>
              <a:srgbClr val="0F6FC6"/>
            </a:solidFill>
            <a:round/>
          </a:ln>
        </p:spPr>
      </p:sp>
      <p:sp>
        <p:nvSpPr>
          <p:cNvPr id="4" name="PlaceHolder 5"/>
          <p:cNvSpPr>
            <a:spLocks noGrp="1"/>
          </p:cNvSpPr>
          <p:nvPr>
            <p:ph type="title"/>
          </p:nvPr>
        </p:nvSpPr>
        <p:spPr>
          <a:xfrm>
            <a:off x="457200" y="704880"/>
            <a:ext cx="8229240" cy="1142640"/>
          </a:xfrm>
          <a:prstGeom prst="rect">
            <a:avLst/>
          </a:prstGeom>
        </p:spPr>
        <p:txBody>
          <a:bodyPr lIns="0" rIns="0" bIns="0" anchor="b"/>
          <a:lstStyle/>
          <a:p>
            <a:pPr>
              <a:lnSpc>
                <a:spcPct val="100000"/>
              </a:lnSpc>
            </a:pPr>
            <a:r>
              <a:rPr lang="en-US" sz="5000">
                <a:solidFill>
                  <a:srgbClr val="04617B"/>
                </a:solidFill>
                <a:latin typeface="Calibri" panose="020F0502020204030204"/>
              </a:rPr>
              <a:t>Click to edit the title text formatClick to edit Master title style</a:t>
            </a:r>
          </a:p>
        </p:txBody>
      </p:sp>
      <p:sp>
        <p:nvSpPr>
          <p:cNvPr id="5" name="PlaceHolder 6"/>
          <p:cNvSpPr>
            <a:spLocks noGrp="1"/>
          </p:cNvSpPr>
          <p:nvPr>
            <p:ph type="body"/>
          </p:nvPr>
        </p:nvSpPr>
        <p:spPr>
          <a:xfrm>
            <a:off x="457200" y="1935000"/>
            <a:ext cx="8229240" cy="4389120"/>
          </a:xfrm>
          <a:prstGeom prst="rect">
            <a:avLst/>
          </a:prstGeom>
        </p:spPr>
        <p:txBody>
          <a:bodyPr/>
          <a:lstStyle/>
          <a:p>
            <a:pPr>
              <a:buSzPct val="45000"/>
              <a:buFont typeface="StarSymbol"/>
              <a:buChar char=""/>
            </a:pPr>
            <a:r>
              <a:rPr lang="en-US" sz="2600">
                <a:solidFill>
                  <a:srgbClr val="000000"/>
                </a:solidFill>
                <a:latin typeface="Constantia" panose="02030602050306030303"/>
              </a:rPr>
              <a:t>Click to edit the outline text format</a:t>
            </a:r>
          </a:p>
          <a:p>
            <a:pPr lvl="1">
              <a:buSzPct val="75000"/>
              <a:buFont typeface="StarSymbol"/>
              <a:buChar char=""/>
            </a:pPr>
            <a:r>
              <a:rPr lang="en-US" sz="2600">
                <a:solidFill>
                  <a:srgbClr val="000000"/>
                </a:solidFill>
                <a:latin typeface="Constantia" panose="02030602050306030303"/>
              </a:rPr>
              <a:t>Second Outline Level</a:t>
            </a:r>
          </a:p>
          <a:p>
            <a:pPr lvl="2">
              <a:buSzPct val="45000"/>
              <a:buFont typeface="StarSymbol"/>
              <a:buChar char=""/>
            </a:pPr>
            <a:r>
              <a:rPr lang="en-US" sz="2600">
                <a:solidFill>
                  <a:srgbClr val="000000"/>
                </a:solidFill>
                <a:latin typeface="Constantia" panose="02030602050306030303"/>
              </a:rPr>
              <a:t>Third Outline Level</a:t>
            </a:r>
          </a:p>
          <a:p>
            <a:pPr lvl="3">
              <a:buSzPct val="75000"/>
              <a:buFont typeface="StarSymbol"/>
              <a:buChar char=""/>
            </a:pPr>
            <a:r>
              <a:rPr lang="en-US" sz="2600">
                <a:solidFill>
                  <a:srgbClr val="000000"/>
                </a:solidFill>
                <a:latin typeface="Constantia" panose="02030602050306030303"/>
              </a:rPr>
              <a:t>Fourth Outline Level</a:t>
            </a:r>
          </a:p>
          <a:p>
            <a:pPr lvl="4">
              <a:buSzPct val="45000"/>
              <a:buFont typeface="StarSymbol"/>
              <a:buChar char=""/>
            </a:pPr>
            <a:r>
              <a:rPr lang="en-US" sz="2600">
                <a:solidFill>
                  <a:srgbClr val="000000"/>
                </a:solidFill>
                <a:latin typeface="Constantia" panose="02030602050306030303"/>
              </a:rPr>
              <a:t>Fifth Outline Level</a:t>
            </a:r>
          </a:p>
          <a:p>
            <a:pPr lvl="5">
              <a:buSzPct val="45000"/>
              <a:buFont typeface="StarSymbol"/>
              <a:buChar char=""/>
            </a:pPr>
            <a:r>
              <a:rPr lang="en-US" sz="2600">
                <a:solidFill>
                  <a:srgbClr val="000000"/>
                </a:solidFill>
                <a:latin typeface="Constantia" panose="02030602050306030303"/>
              </a:rPr>
              <a:t>Sixth Outline Level</a:t>
            </a:r>
          </a:p>
          <a:p>
            <a:pPr>
              <a:lnSpc>
                <a:spcPct val="100000"/>
              </a:lnSpc>
              <a:buSzPct val="95000"/>
              <a:buFont typeface="Wingdings 2" panose="05020102010507070707" pitchFamily="18" charset="2"/>
              <a:buChar char=""/>
            </a:pPr>
            <a:r>
              <a:rPr lang="en-US" sz="2600">
                <a:solidFill>
                  <a:srgbClr val="000000"/>
                </a:solidFill>
                <a:latin typeface="Constantia" panose="02030602050306030303"/>
              </a:rPr>
              <a:t>Seventh Outline LevelClick to edit Master text styles</a:t>
            </a:r>
          </a:p>
          <a:p>
            <a:pPr lvl="1">
              <a:lnSpc>
                <a:spcPct val="100000"/>
              </a:lnSpc>
              <a:buSzPct val="85000"/>
              <a:buFont typeface="Wingdings 2" panose="05020102010507070707" pitchFamily="18" charset="2"/>
              <a:buChar char=""/>
            </a:pPr>
            <a:r>
              <a:rPr lang="en-US" sz="2400">
                <a:solidFill>
                  <a:srgbClr val="000000"/>
                </a:solidFill>
                <a:latin typeface="Constantia" panose="02030602050306030303"/>
              </a:rPr>
              <a:t>Second level</a:t>
            </a:r>
          </a:p>
          <a:p>
            <a:pPr lvl="2">
              <a:lnSpc>
                <a:spcPct val="100000"/>
              </a:lnSpc>
              <a:buSzPct val="70000"/>
              <a:buFont typeface="Wingdings 2" panose="05020102010507070707" pitchFamily="18" charset="2"/>
              <a:buChar char=""/>
            </a:pPr>
            <a:r>
              <a:rPr lang="en-US" sz="2100">
                <a:solidFill>
                  <a:srgbClr val="000000"/>
                </a:solidFill>
                <a:latin typeface="Constantia" panose="02030602050306030303"/>
              </a:rPr>
              <a:t>Third level</a:t>
            </a:r>
          </a:p>
          <a:p>
            <a:pPr lvl="3">
              <a:lnSpc>
                <a:spcPct val="100000"/>
              </a:lnSpc>
              <a:buSzPct val="65000"/>
              <a:buFont typeface="Wingdings 2" panose="05020102010507070707" pitchFamily="18" charset="2"/>
              <a:buChar char=""/>
            </a:pPr>
            <a:r>
              <a:rPr lang="en-US" sz="2000">
                <a:solidFill>
                  <a:srgbClr val="000000"/>
                </a:solidFill>
                <a:latin typeface="Constantia" panose="02030602050306030303"/>
              </a:rPr>
              <a:t>Fourth level</a:t>
            </a:r>
          </a:p>
          <a:p>
            <a:pPr lvl="4">
              <a:lnSpc>
                <a:spcPct val="100000"/>
              </a:lnSpc>
              <a:buSzPct val="65000"/>
              <a:buFont typeface="Wingdings 2" panose="05020102010507070707" pitchFamily="18" charset="2"/>
              <a:buChar char=""/>
            </a:pPr>
            <a:r>
              <a:rPr lang="en-US" sz="2000">
                <a:solidFill>
                  <a:srgbClr val="000000"/>
                </a:solidFill>
                <a:latin typeface="Constantia" panose="02030602050306030303"/>
              </a:rPr>
              <a:t>Fifth level</a:t>
            </a:r>
          </a:p>
        </p:txBody>
      </p:sp>
      <p:sp>
        <p:nvSpPr>
          <p:cNvPr id="6" name="PlaceHolder 7"/>
          <p:cNvSpPr>
            <a:spLocks noGrp="1"/>
          </p:cNvSpPr>
          <p:nvPr>
            <p:ph type="dt"/>
          </p:nvPr>
        </p:nvSpPr>
        <p:spPr>
          <a:xfrm>
            <a:off x="457200" y="6356520"/>
            <a:ext cx="2133360" cy="364680"/>
          </a:xfrm>
          <a:prstGeom prst="rect">
            <a:avLst/>
          </a:prstGeom>
        </p:spPr>
        <p:txBody>
          <a:bodyPr lIns="0" tIns="0" rIns="0" bIns="0" anchor="b"/>
          <a:lstStyle/>
          <a:p>
            <a:pPr>
              <a:lnSpc>
                <a:spcPct val="100000"/>
              </a:lnSpc>
            </a:pPr>
            <a:r>
              <a:rPr lang="en-IN" sz="1200">
                <a:solidFill>
                  <a:srgbClr val="045C75"/>
                </a:solidFill>
                <a:latin typeface="Constantia" panose="02030602050306030303"/>
              </a:rPr>
              <a:t>19/05/18</a:t>
            </a:r>
          </a:p>
        </p:txBody>
      </p:sp>
      <p:sp>
        <p:nvSpPr>
          <p:cNvPr id="7" name="PlaceHolder 8"/>
          <p:cNvSpPr>
            <a:spLocks noGrp="1"/>
          </p:cNvSpPr>
          <p:nvPr>
            <p:ph type="ftr"/>
          </p:nvPr>
        </p:nvSpPr>
        <p:spPr>
          <a:xfrm>
            <a:off x="2666880" y="6356520"/>
            <a:ext cx="3352320" cy="364680"/>
          </a:xfrm>
          <a:prstGeom prst="rect">
            <a:avLst/>
          </a:prstGeom>
        </p:spPr>
        <p:txBody>
          <a:bodyPr lIns="0" tIns="0" rIns="0" bIns="0" anchor="b"/>
          <a:lstStyle/>
          <a:p>
            <a:pPr>
              <a:lnSpc>
                <a:spcPct val="100000"/>
              </a:lnSpc>
            </a:pPr>
            <a:r>
              <a:rPr lang="en-IN" sz="1200">
                <a:solidFill>
                  <a:srgbClr val="045C75"/>
                </a:solidFill>
                <a:latin typeface="Constantia" panose="02030602050306030303"/>
              </a:rPr>
              <a:t>Jaipur National University, Jaipur</a:t>
            </a:r>
          </a:p>
        </p:txBody>
      </p:sp>
      <p:sp>
        <p:nvSpPr>
          <p:cNvPr id="8" name="PlaceHolder 9"/>
          <p:cNvSpPr>
            <a:spLocks noGrp="1"/>
          </p:cNvSpPr>
          <p:nvPr>
            <p:ph type="sldNum"/>
          </p:nvPr>
        </p:nvSpPr>
        <p:spPr>
          <a:xfrm>
            <a:off x="7924680" y="6356520"/>
            <a:ext cx="761760" cy="364680"/>
          </a:xfrm>
          <a:prstGeom prst="rect">
            <a:avLst/>
          </a:prstGeom>
        </p:spPr>
        <p:txBody>
          <a:bodyPr lIns="0" tIns="0" rIns="0" bIns="0" anchor="b"/>
          <a:lstStyle/>
          <a:p>
            <a:pPr>
              <a:lnSpc>
                <a:spcPct val="100000"/>
              </a:lnSpc>
            </a:pPr>
            <a:fld id="{7F9D2E82-5BF0-4D7A-A492-3F0A401E0928}" type="slidenum">
              <a:rPr lang="en-IN" sz="1200">
                <a:solidFill>
                  <a:srgbClr val="045C75"/>
                </a:solidFill>
                <a:latin typeface="Constantia" panose="02030602050306030303"/>
              </a:rPr>
              <a:t>‹#›</a:t>
            </a:fld>
            <a:endParaRPr lang="en-IN" sz="1200">
              <a:solidFill>
                <a:srgbClr val="045C75"/>
              </a:solidFill>
              <a:latin typeface="Constantia" panose="02030602050306030303"/>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jpe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7" name="CustomShape 1"/>
          <p:cNvSpPr/>
          <p:nvPr/>
        </p:nvSpPr>
        <p:spPr>
          <a:xfrm>
            <a:off x="634286" y="906011"/>
            <a:ext cx="7851240" cy="645952"/>
          </a:xfrm>
          <a:prstGeom prst="rect">
            <a:avLst/>
          </a:prstGeom>
          <a:noFill/>
          <a:ln w="9360">
            <a:noFill/>
          </a:ln>
        </p:spPr>
        <p:txBody>
          <a:bodyPr lIns="0" rIns="0" bIns="0" anchor="b"/>
          <a:lstStyle/>
          <a:p>
            <a:pPr algn="ctr">
              <a:lnSpc>
                <a:spcPct val="100000"/>
              </a:lnSpc>
            </a:pPr>
            <a:r>
              <a:rPr lang="en-IN" sz="4000" dirty="0" err="1">
                <a:solidFill>
                  <a:srgbClr val="FF0000"/>
                </a:solidFill>
                <a:latin typeface="Calibri" panose="020F0502020204030204"/>
              </a:rPr>
              <a:t>ProjexHub</a:t>
            </a:r>
            <a:r>
              <a:rPr lang="en-IN" sz="4000" dirty="0">
                <a:solidFill>
                  <a:srgbClr val="FF0000"/>
                </a:solidFill>
                <a:latin typeface="Calibri" panose="020F0502020204030204"/>
              </a:rPr>
              <a:t>: A Project Showcase App</a:t>
            </a:r>
            <a:endParaRPr sz="4000" dirty="0">
              <a:solidFill>
                <a:srgbClr val="FF0000"/>
              </a:solidFill>
            </a:endParaRPr>
          </a:p>
        </p:txBody>
      </p:sp>
      <p:sp>
        <p:nvSpPr>
          <p:cNvPr id="8" name="CustomShape 2"/>
          <p:cNvSpPr/>
          <p:nvPr/>
        </p:nvSpPr>
        <p:spPr>
          <a:xfrm>
            <a:off x="395453" y="1612217"/>
            <a:ext cx="8353093" cy="3633566"/>
          </a:xfrm>
          <a:prstGeom prst="rect">
            <a:avLst/>
          </a:prstGeom>
          <a:noFill/>
          <a:ln w="9360">
            <a:noFill/>
          </a:ln>
        </p:spPr>
        <p:txBody>
          <a:bodyPr/>
          <a:lstStyle/>
          <a:p>
            <a:pPr algn="ctr">
              <a:lnSpc>
                <a:spcPct val="100000"/>
              </a:lnSpc>
            </a:pPr>
            <a:r>
              <a:rPr lang="en-IN" sz="2400" dirty="0">
                <a:solidFill>
                  <a:srgbClr val="7030A0"/>
                </a:solidFill>
                <a:latin typeface="Times New Roman" panose="02020603050405020304"/>
              </a:rPr>
              <a:t>By</a:t>
            </a:r>
            <a:endParaRPr sz="2400" dirty="0"/>
          </a:p>
          <a:p>
            <a:pPr algn="ctr">
              <a:lnSpc>
                <a:spcPct val="100000"/>
              </a:lnSpc>
            </a:pPr>
            <a:r>
              <a:rPr lang="en-US" sz="2400" b="1" dirty="0">
                <a:solidFill>
                  <a:srgbClr val="FF0000"/>
                </a:solidFill>
                <a:latin typeface="Times New Roman" panose="02020603050405020304"/>
              </a:rPr>
              <a:t>Anshu Kumar</a:t>
            </a:r>
            <a:endParaRPr sz="2400" dirty="0">
              <a:solidFill>
                <a:srgbClr val="FF0000"/>
              </a:solidFill>
            </a:endParaRPr>
          </a:p>
          <a:p>
            <a:pPr algn="ctr">
              <a:lnSpc>
                <a:spcPct val="100000"/>
              </a:lnSpc>
            </a:pPr>
            <a:r>
              <a:rPr lang="en-IN" b="1" dirty="0">
                <a:solidFill>
                  <a:srgbClr val="7030A0"/>
                </a:solidFill>
                <a:latin typeface="Times New Roman" panose="02020603050405020304"/>
              </a:rPr>
              <a:t>(</a:t>
            </a:r>
            <a:r>
              <a:rPr lang="en-IN" b="1" dirty="0" err="1">
                <a:solidFill>
                  <a:srgbClr val="FF0000"/>
                </a:solidFill>
                <a:latin typeface="Times New Roman" panose="02020603050405020304"/>
              </a:rPr>
              <a:t>B.Tech</a:t>
            </a:r>
            <a:r>
              <a:rPr lang="en-IN" b="1" dirty="0">
                <a:solidFill>
                  <a:srgbClr val="FF0000"/>
                </a:solidFill>
                <a:latin typeface="Times New Roman" panose="02020603050405020304"/>
              </a:rPr>
              <a:t> 3rd Year, </a:t>
            </a:r>
            <a:r>
              <a:rPr lang="en-IN" b="1" dirty="0" err="1">
                <a:solidFill>
                  <a:srgbClr val="FF0000"/>
                </a:solidFill>
                <a:latin typeface="Times New Roman" panose="02020603050405020304"/>
              </a:rPr>
              <a:t>Enrollment</a:t>
            </a:r>
            <a:r>
              <a:rPr lang="en-IN" b="1" dirty="0">
                <a:solidFill>
                  <a:srgbClr val="FF0000"/>
                </a:solidFill>
                <a:latin typeface="Times New Roman" panose="02020603050405020304"/>
              </a:rPr>
              <a:t> No.:12023002001004 </a:t>
            </a:r>
            <a:r>
              <a:rPr lang="en-IN" b="1" dirty="0">
                <a:solidFill>
                  <a:srgbClr val="7030A0"/>
                </a:solidFill>
                <a:latin typeface="Times New Roman" panose="02020603050405020304"/>
              </a:rPr>
              <a:t>)</a:t>
            </a:r>
          </a:p>
          <a:p>
            <a:pPr algn="ctr">
              <a:lnSpc>
                <a:spcPct val="100000"/>
              </a:lnSpc>
            </a:pPr>
            <a:r>
              <a:rPr lang="en-US" sz="2400" b="1" dirty="0">
                <a:solidFill>
                  <a:srgbClr val="FF0000"/>
                </a:solidFill>
                <a:latin typeface="Times New Roman" panose="02020603050405020304"/>
              </a:rPr>
              <a:t>Ankshika Ghosh</a:t>
            </a:r>
            <a:endParaRPr lang="en-US" sz="2400" dirty="0">
              <a:solidFill>
                <a:srgbClr val="FF0000"/>
              </a:solidFill>
            </a:endParaRPr>
          </a:p>
          <a:p>
            <a:pPr algn="ctr">
              <a:lnSpc>
                <a:spcPct val="100000"/>
              </a:lnSpc>
            </a:pPr>
            <a:r>
              <a:rPr lang="en-US" b="1" dirty="0">
                <a:solidFill>
                  <a:srgbClr val="7030A0"/>
                </a:solidFill>
                <a:latin typeface="Times New Roman" panose="02020603050405020304"/>
              </a:rPr>
              <a:t>(</a:t>
            </a:r>
            <a:r>
              <a:rPr lang="en-US" b="1" dirty="0" err="1">
                <a:solidFill>
                  <a:srgbClr val="FF0000"/>
                </a:solidFill>
                <a:latin typeface="Times New Roman" panose="02020603050405020304"/>
              </a:rPr>
              <a:t>B.Tech</a:t>
            </a:r>
            <a:r>
              <a:rPr lang="en-US" b="1" dirty="0">
                <a:solidFill>
                  <a:srgbClr val="FF0000"/>
                </a:solidFill>
                <a:latin typeface="Times New Roman" panose="02020603050405020304"/>
              </a:rPr>
              <a:t> 3rd Year, Enrollment No.:12023002026008 </a:t>
            </a:r>
            <a:r>
              <a:rPr lang="en-US" b="1" dirty="0">
                <a:solidFill>
                  <a:srgbClr val="7030A0"/>
                </a:solidFill>
                <a:latin typeface="Times New Roman" panose="02020603050405020304"/>
              </a:rPr>
              <a:t>)</a:t>
            </a:r>
          </a:p>
          <a:p>
            <a:pPr algn="ctr">
              <a:lnSpc>
                <a:spcPct val="100000"/>
              </a:lnSpc>
            </a:pPr>
            <a:r>
              <a:rPr lang="en-US" sz="2400" b="1" dirty="0">
                <a:solidFill>
                  <a:srgbClr val="FF0000"/>
                </a:solidFill>
                <a:latin typeface="Times New Roman" panose="02020603050405020304"/>
              </a:rPr>
              <a:t>Supratim Modak</a:t>
            </a:r>
            <a:endParaRPr lang="en-US" sz="2400" dirty="0">
              <a:solidFill>
                <a:srgbClr val="FF0000"/>
              </a:solidFill>
            </a:endParaRPr>
          </a:p>
          <a:p>
            <a:pPr algn="ctr">
              <a:lnSpc>
                <a:spcPct val="100000"/>
              </a:lnSpc>
            </a:pPr>
            <a:r>
              <a:rPr lang="en-US" b="1" dirty="0">
                <a:solidFill>
                  <a:srgbClr val="7030A0"/>
                </a:solidFill>
                <a:latin typeface="Times New Roman" panose="02020603050405020304"/>
              </a:rPr>
              <a:t>(</a:t>
            </a:r>
            <a:r>
              <a:rPr lang="en-US" b="1" dirty="0" err="1">
                <a:solidFill>
                  <a:srgbClr val="FF0000"/>
                </a:solidFill>
                <a:latin typeface="Times New Roman" panose="02020603050405020304"/>
              </a:rPr>
              <a:t>B.Tech</a:t>
            </a:r>
            <a:r>
              <a:rPr lang="en-US" b="1" dirty="0">
                <a:solidFill>
                  <a:srgbClr val="FF0000"/>
                </a:solidFill>
                <a:latin typeface="Times New Roman" panose="02020603050405020304"/>
              </a:rPr>
              <a:t> 3rd Year, Enrollment No.:12023002001020 </a:t>
            </a:r>
            <a:r>
              <a:rPr lang="en-US" b="1" dirty="0">
                <a:solidFill>
                  <a:srgbClr val="7030A0"/>
                </a:solidFill>
                <a:latin typeface="Times New Roman" panose="02020603050405020304"/>
              </a:rPr>
              <a:t>)</a:t>
            </a:r>
          </a:p>
          <a:p>
            <a:pPr algn="ctr">
              <a:lnSpc>
                <a:spcPct val="100000"/>
              </a:lnSpc>
            </a:pPr>
            <a:r>
              <a:rPr lang="en-IN" sz="2600" b="1" dirty="0">
                <a:solidFill>
                  <a:srgbClr val="7030A0"/>
                </a:solidFill>
                <a:latin typeface="Times New Roman" panose="02020603050405020304"/>
              </a:rPr>
              <a:t>Under the Supervision of</a:t>
            </a:r>
            <a:endParaRPr sz="2600" dirty="0"/>
          </a:p>
          <a:p>
            <a:pPr algn="ctr">
              <a:lnSpc>
                <a:spcPct val="100000"/>
              </a:lnSpc>
            </a:pPr>
            <a:r>
              <a:rPr lang="en-US" sz="2400" b="1" dirty="0">
                <a:solidFill>
                  <a:srgbClr val="FF0000"/>
                </a:solidFill>
                <a:latin typeface="Times New Roman" panose="02020603050405020304"/>
              </a:rPr>
              <a:t>Prof. Debajyoti Chatterjee</a:t>
            </a:r>
            <a:endParaRPr sz="2400" dirty="0">
              <a:solidFill>
                <a:srgbClr val="FF0000"/>
              </a:solidFill>
            </a:endParaRPr>
          </a:p>
          <a:p>
            <a:pPr algn="ctr">
              <a:lnSpc>
                <a:spcPct val="100000"/>
              </a:lnSpc>
            </a:pPr>
            <a:endParaRPr dirty="0"/>
          </a:p>
          <a:p>
            <a:pPr algn="ctr">
              <a:lnSpc>
                <a:spcPct val="100000"/>
              </a:lnSpc>
            </a:pPr>
            <a:r>
              <a:rPr lang="en-US" sz="2800" b="1" dirty="0">
                <a:solidFill>
                  <a:srgbClr val="7030A0"/>
                </a:solidFill>
                <a:latin typeface="Times New Roman" panose="02020603050405020304"/>
              </a:rPr>
              <a:t>Dept. of Computer Science &amp; Engineering</a:t>
            </a:r>
            <a:endParaRPr sz="2800" dirty="0"/>
          </a:p>
          <a:p>
            <a:pPr algn="ctr">
              <a:lnSpc>
                <a:spcPct val="100000"/>
              </a:lnSpc>
            </a:pPr>
            <a:r>
              <a:rPr lang="en-US" sz="2800" b="1" dirty="0">
                <a:solidFill>
                  <a:srgbClr val="7030A0"/>
                </a:solidFill>
                <a:latin typeface="Times New Roman" panose="02020603050405020304"/>
              </a:rPr>
              <a:t>University of Engineering &amp; Management, Jaipur</a:t>
            </a:r>
            <a:endParaRPr sz="2800" dirty="0"/>
          </a:p>
          <a:p>
            <a:pPr algn="ctr">
              <a:lnSpc>
                <a:spcPct val="100000"/>
              </a:lnSpc>
            </a:pPr>
            <a:endParaRPr dirty="0"/>
          </a:p>
        </p:txBody>
      </p:sp>
      <p:pic>
        <p:nvPicPr>
          <p:cNvPr id="5"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3" name="TextShape 1"/>
          <p:cNvSpPr txBox="1"/>
          <p:nvPr/>
        </p:nvSpPr>
        <p:spPr>
          <a:xfrm>
            <a:off x="406866" y="323759"/>
            <a:ext cx="8076960" cy="717641"/>
          </a:xfrm>
          <a:prstGeom prst="rect">
            <a:avLst/>
          </a:prstGeom>
        </p:spPr>
        <p:txBody>
          <a:bodyPr lIns="0" rIns="0" bIns="0" anchor="b"/>
          <a:lstStyle/>
          <a:p>
            <a:pPr algn="ctr"/>
            <a:r>
              <a:rPr lang="en-US" sz="4000" b="1" dirty="0">
                <a:solidFill>
                  <a:srgbClr val="7030A0"/>
                </a:solidFill>
                <a:latin typeface="Times New Roman" panose="02020603050405020304"/>
              </a:rPr>
              <a:t>Outlines</a:t>
            </a:r>
            <a:endParaRPr dirty="0">
              <a:solidFill>
                <a:prstClr val="black"/>
              </a:solidFill>
              <a:latin typeface="Arial" panose="020B0604020202020204"/>
            </a:endParaRPr>
          </a:p>
        </p:txBody>
      </p:sp>
      <p:sp>
        <p:nvSpPr>
          <p:cNvPr id="4" name="TextShape 2"/>
          <p:cNvSpPr txBox="1"/>
          <p:nvPr/>
        </p:nvSpPr>
        <p:spPr>
          <a:xfrm>
            <a:off x="914760" y="1616315"/>
            <a:ext cx="8229240" cy="5105160"/>
          </a:xfrm>
          <a:prstGeom prst="rect">
            <a:avLst/>
          </a:prstGeom>
        </p:spPr>
        <p:txBody>
          <a:bodyPr/>
          <a:lstStyle/>
          <a:p>
            <a:pPr>
              <a:buSzPct val="95000"/>
              <a:buFont typeface="Wingdings 2" panose="05020102010507070707" pitchFamily="18" charset="2"/>
              <a:buChar char=""/>
            </a:pPr>
            <a:r>
              <a:rPr lang="en-US" sz="2400" b="1" dirty="0">
                <a:solidFill>
                  <a:srgbClr val="000000"/>
                </a:solidFill>
                <a:latin typeface="Times New Roman" panose="02020603050405020304"/>
              </a:rPr>
              <a:t>Introduction</a:t>
            </a:r>
            <a:endParaRPr dirty="0">
              <a:solidFill>
                <a:prstClr val="black"/>
              </a:solidFill>
              <a:latin typeface="Arial" panose="020B0604020202020204"/>
            </a:endParaRPr>
          </a:p>
          <a:p>
            <a:pPr>
              <a:buSzPct val="95000"/>
              <a:buFont typeface="Wingdings 2" panose="05020102010507070707" pitchFamily="18" charset="2"/>
              <a:buChar char=""/>
            </a:pPr>
            <a:r>
              <a:rPr lang="en-US" sz="2400" b="1" dirty="0">
                <a:solidFill>
                  <a:srgbClr val="000000"/>
                </a:solidFill>
                <a:latin typeface="Times New Roman" panose="02020603050405020304"/>
              </a:rPr>
              <a:t>Literature Review</a:t>
            </a:r>
          </a:p>
          <a:p>
            <a:pPr>
              <a:buSzPct val="95000"/>
              <a:buFont typeface="Wingdings 2" panose="05020102010507070707" pitchFamily="18" charset="2"/>
              <a:buChar char=""/>
            </a:pPr>
            <a:r>
              <a:rPr lang="en-US" sz="2400" b="1" dirty="0">
                <a:solidFill>
                  <a:srgbClr val="000000"/>
                </a:solidFill>
                <a:latin typeface="Times New Roman" panose="02020603050405020304"/>
              </a:rPr>
              <a:t>Objectives</a:t>
            </a:r>
            <a:endParaRPr dirty="0">
              <a:solidFill>
                <a:prstClr val="black"/>
              </a:solidFill>
              <a:latin typeface="Arial" panose="020B0604020202020204"/>
            </a:endParaRPr>
          </a:p>
          <a:p>
            <a:pPr>
              <a:buSzPct val="95000"/>
              <a:buFont typeface="Wingdings 2" panose="05020102010507070707" pitchFamily="18" charset="2"/>
              <a:buChar char=""/>
            </a:pPr>
            <a:r>
              <a:rPr lang="en-US" sz="2400" b="1" dirty="0">
                <a:solidFill>
                  <a:srgbClr val="000000"/>
                </a:solidFill>
                <a:latin typeface="Times New Roman" panose="02020603050405020304"/>
              </a:rPr>
              <a:t>Proposed Model</a:t>
            </a:r>
          </a:p>
          <a:p>
            <a:pPr>
              <a:buSzPct val="95000"/>
              <a:buFont typeface="Wingdings 2" panose="05020102010507070707" pitchFamily="18" charset="2"/>
              <a:buChar char=""/>
            </a:pPr>
            <a:r>
              <a:rPr lang="en-US" sz="2400" b="1" dirty="0">
                <a:solidFill>
                  <a:srgbClr val="000000"/>
                </a:solidFill>
                <a:latin typeface="Times New Roman" panose="02020603050405020304"/>
              </a:rPr>
              <a:t>Experimental Setup</a:t>
            </a:r>
            <a:endParaRPr dirty="0">
              <a:solidFill>
                <a:prstClr val="black"/>
              </a:solidFill>
              <a:latin typeface="Arial" panose="020B0604020202020204"/>
            </a:endParaRPr>
          </a:p>
          <a:p>
            <a:pPr>
              <a:buSzPct val="95000"/>
              <a:buFont typeface="Wingdings 2" panose="05020102010507070707" pitchFamily="18" charset="2"/>
              <a:buChar char=""/>
            </a:pPr>
            <a:r>
              <a:rPr lang="en-US" sz="2400" b="1" dirty="0">
                <a:solidFill>
                  <a:srgbClr val="000000"/>
                </a:solidFill>
                <a:latin typeface="Times New Roman" panose="02020603050405020304"/>
              </a:rPr>
              <a:t>Result Analysis</a:t>
            </a:r>
            <a:endParaRPr dirty="0">
              <a:solidFill>
                <a:prstClr val="black"/>
              </a:solidFill>
              <a:latin typeface="Arial" panose="020B0604020202020204"/>
            </a:endParaRPr>
          </a:p>
          <a:p>
            <a:pPr>
              <a:buSzPct val="95000"/>
              <a:buFont typeface="Wingdings 2" panose="05020102010507070707" pitchFamily="18" charset="2"/>
              <a:buChar char=""/>
            </a:pPr>
            <a:r>
              <a:rPr lang="en-US" sz="2400" b="1" dirty="0">
                <a:solidFill>
                  <a:srgbClr val="000000"/>
                </a:solidFill>
                <a:latin typeface="Times New Roman" panose="02020603050405020304"/>
              </a:rPr>
              <a:t>Conclusion </a:t>
            </a:r>
          </a:p>
          <a:p>
            <a:pPr>
              <a:buSzPct val="95000"/>
              <a:buFont typeface="Wingdings 2" panose="05020102010507070707" pitchFamily="18" charset="2"/>
              <a:buChar char=""/>
            </a:pPr>
            <a:r>
              <a:rPr lang="en-US" sz="2400" b="1" dirty="0">
                <a:solidFill>
                  <a:srgbClr val="000000"/>
                </a:solidFill>
                <a:latin typeface="Times New Roman" panose="02020603050405020304"/>
              </a:rPr>
              <a:t>Future Scope</a:t>
            </a:r>
            <a:endParaRPr dirty="0">
              <a:solidFill>
                <a:prstClr val="black"/>
              </a:solidFill>
              <a:latin typeface="Arial" panose="020B0604020202020204"/>
            </a:endParaRPr>
          </a:p>
          <a:p>
            <a:pPr>
              <a:buSzPct val="95000"/>
              <a:buFont typeface="Wingdings 2" panose="05020102010507070707" pitchFamily="18" charset="2"/>
              <a:buChar char=""/>
            </a:pPr>
            <a:r>
              <a:rPr lang="en-US" sz="2400" b="1" dirty="0">
                <a:solidFill>
                  <a:srgbClr val="000000"/>
                </a:solidFill>
                <a:latin typeface="Times New Roman" panose="02020603050405020304"/>
              </a:rPr>
              <a:t>Reference</a:t>
            </a:r>
          </a:p>
          <a:p>
            <a:pPr>
              <a:buSzPct val="95000"/>
              <a:buFont typeface="Wingdings 2" panose="05020102010507070707" pitchFamily="18" charset="2"/>
              <a:buChar char=""/>
            </a:pPr>
            <a:r>
              <a:rPr lang="en-US" sz="2400" b="1" dirty="0">
                <a:solidFill>
                  <a:srgbClr val="000000"/>
                </a:solidFill>
                <a:latin typeface="Times New Roman" panose="02020603050405020304"/>
              </a:rPr>
              <a:t>Acknowledgement</a:t>
            </a:r>
            <a:endParaRPr dirty="0">
              <a:solidFill>
                <a:prstClr val="black"/>
              </a:solidFill>
              <a:latin typeface="Arial" panose="020B0604020202020204"/>
            </a:endParaRPr>
          </a:p>
        </p:txBody>
      </p:sp>
      <p:pic>
        <p:nvPicPr>
          <p:cNvPr id="5"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sym typeface="+mn-ea"/>
              </a:rPr>
              <a:t>Dept. of CSE, University of Engineering &amp; Management Jaipur</a:t>
            </a:r>
            <a:endParaRPr lang="en-US" dirty="0">
              <a:solidFill>
                <a:srgbClr val="045C75"/>
              </a:solidFill>
              <a:latin typeface="Constantia" panose="02030602050306030303" pitchFamily="18" charset="0"/>
            </a:endParaRPr>
          </a:p>
        </p:txBody>
      </p:sp>
      <p:sp>
        <p:nvSpPr>
          <p:cNvPr id="5" name="TextShape 1"/>
          <p:cNvSpPr txBox="1"/>
          <p:nvPr/>
        </p:nvSpPr>
        <p:spPr>
          <a:xfrm>
            <a:off x="304920" y="866506"/>
            <a:ext cx="8076960" cy="528030"/>
          </a:xfrm>
          <a:prstGeom prst="rect">
            <a:avLst/>
          </a:prstGeom>
        </p:spPr>
        <p:txBody>
          <a:bodyPr lIns="0" rIns="0" bIns="0" anchor="b"/>
          <a:lstStyle/>
          <a:p>
            <a:pPr algn="ctr">
              <a:lnSpc>
                <a:spcPct val="100000"/>
              </a:lnSpc>
            </a:pPr>
            <a:r>
              <a:rPr lang="en-US" sz="4000" b="1" dirty="0">
                <a:solidFill>
                  <a:srgbClr val="7030A0"/>
                </a:solidFill>
                <a:latin typeface="Times New Roman" panose="02020603050405020304"/>
              </a:rPr>
              <a:t>Introduction</a:t>
            </a:r>
            <a:endParaRPr dirty="0"/>
          </a:p>
        </p:txBody>
      </p:sp>
      <p:sp>
        <p:nvSpPr>
          <p:cNvPr id="7" name="TextShape 2"/>
          <p:cNvSpPr txBox="1"/>
          <p:nvPr/>
        </p:nvSpPr>
        <p:spPr>
          <a:xfrm>
            <a:off x="457200" y="1077653"/>
            <a:ext cx="8229240" cy="2103429"/>
          </a:xfrm>
          <a:prstGeom prst="rect">
            <a:avLst/>
          </a:prstGeom>
        </p:spPr>
        <p:txBody>
          <a:bodyPr/>
          <a:lstStyle/>
          <a:p>
            <a:pPr marL="342900" indent="-342900" algn="just">
              <a:buSzPct val="9500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p:txBody>
      </p:sp>
      <p:pic>
        <p:nvPicPr>
          <p:cNvPr id="8"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B3EE92EF-F0CD-541B-553E-04CDB374537F}"/>
              </a:ext>
            </a:extLst>
          </p:cNvPr>
          <p:cNvSpPr txBox="1"/>
          <p:nvPr/>
        </p:nvSpPr>
        <p:spPr>
          <a:xfrm>
            <a:off x="810587" y="1982727"/>
            <a:ext cx="7533313" cy="3139321"/>
          </a:xfrm>
          <a:prstGeom prst="rect">
            <a:avLst/>
          </a:prstGeom>
          <a:noFill/>
        </p:spPr>
        <p:txBody>
          <a:bodyPr wrap="square" rtlCol="0">
            <a:spAutoFit/>
          </a:bodyPr>
          <a:lstStyle/>
          <a:p>
            <a:pPr algn="just"/>
            <a:r>
              <a:rPr lang="en-US" dirty="0" err="1"/>
              <a:t>ProjexHub</a:t>
            </a:r>
            <a:r>
              <a:rPr lang="en-US" dirty="0"/>
              <a:t> is a mobile app designed to store, showcase, and explore academic and professional projects in one organized place. Students and employees often keep their projects scattered across multiple devices or cloud folders, making them hard to find, review, or share.</a:t>
            </a:r>
          </a:p>
          <a:p>
            <a:pPr algn="just"/>
            <a:r>
              <a:rPr lang="en-US" dirty="0" err="1"/>
              <a:t>ProjexHub</a:t>
            </a:r>
            <a:r>
              <a:rPr lang="en-US" dirty="0"/>
              <a:t> solves this problem by providing a centralized platform where users can upload project details, media files, documents, and reports, all under structured categories. The app also includes a search bar, rating option, and a clean interface to make project discovery easier for everyone.</a:t>
            </a:r>
            <a:br>
              <a:rPr lang="en-US" dirty="0"/>
            </a:br>
            <a:r>
              <a:rPr lang="en-US" dirty="0"/>
              <a:t>Using Flutter for the UI and Node.js with MongoDB for the backend, </a:t>
            </a:r>
            <a:r>
              <a:rPr lang="en-US" dirty="0" err="1"/>
              <a:t>ProjexHub</a:t>
            </a:r>
            <a:r>
              <a:rPr lang="en-US" dirty="0"/>
              <a:t> ensures fast performance, secure data handling, and smooth user experience.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3" name="TextShape 1"/>
          <p:cNvSpPr txBox="1"/>
          <p:nvPr/>
        </p:nvSpPr>
        <p:spPr>
          <a:xfrm>
            <a:off x="761940" y="604007"/>
            <a:ext cx="7619760" cy="696286"/>
          </a:xfrm>
          <a:prstGeom prst="rect">
            <a:avLst/>
          </a:prstGeom>
        </p:spPr>
        <p:txBody>
          <a:bodyPr lIns="0" rIns="0" bIns="0" anchor="b"/>
          <a:lstStyle/>
          <a:p>
            <a:pPr algn="ctr">
              <a:lnSpc>
                <a:spcPct val="100000"/>
              </a:lnSpc>
            </a:pPr>
            <a:r>
              <a:rPr lang="en-US" sz="4000" b="1" dirty="0">
                <a:solidFill>
                  <a:srgbClr val="7030A0"/>
                </a:solidFill>
                <a:latin typeface="Times New Roman" panose="02020603050405020304" pitchFamily="18" charset="0"/>
                <a:cs typeface="Times New Roman" panose="02020603050405020304" pitchFamily="18" charset="0"/>
              </a:rPr>
              <a:t>Literature Review</a:t>
            </a:r>
            <a:endParaRPr sz="4000" b="1" dirty="0">
              <a:solidFill>
                <a:srgbClr val="7030A0"/>
              </a:solidFill>
              <a:latin typeface="Times New Roman" panose="02020603050405020304" pitchFamily="18" charset="0"/>
              <a:cs typeface="Times New Roman" panose="02020603050405020304" pitchFamily="18" charset="0"/>
            </a:endParaRPr>
          </a:p>
        </p:txBody>
      </p:sp>
      <p:pic>
        <p:nvPicPr>
          <p:cNvPr id="6"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7" name="TextShape 1"/>
          <p:cNvSpPr txBox="1"/>
          <p:nvPr/>
        </p:nvSpPr>
        <p:spPr>
          <a:xfrm>
            <a:off x="381240" y="220032"/>
            <a:ext cx="8229240" cy="739273"/>
          </a:xfrm>
          <a:prstGeom prst="rect">
            <a:avLst/>
          </a:prstGeom>
        </p:spPr>
        <p:txBody>
          <a:bodyPr lIns="0" rIns="0" bIns="0" anchor="b"/>
          <a:lstStyle/>
          <a:p>
            <a:pPr algn="ctr">
              <a:lnSpc>
                <a:spcPct val="100000"/>
              </a:lnSpc>
            </a:pPr>
            <a:r>
              <a:rPr lang="en-US" sz="4000" b="1" dirty="0">
                <a:solidFill>
                  <a:srgbClr val="7030A0"/>
                </a:solidFill>
                <a:latin typeface="Times New Roman" panose="02020603050405020304"/>
              </a:rPr>
              <a:t>Objectives</a:t>
            </a:r>
            <a:endParaRPr b="1" dirty="0"/>
          </a:p>
        </p:txBody>
      </p:sp>
      <p:sp>
        <p:nvSpPr>
          <p:cNvPr id="9" name="TextShape 2"/>
          <p:cNvSpPr txBox="1"/>
          <p:nvPr/>
        </p:nvSpPr>
        <p:spPr>
          <a:xfrm>
            <a:off x="533520" y="1295280"/>
            <a:ext cx="8076960" cy="4389120"/>
          </a:xfrm>
          <a:prstGeom prst="rect">
            <a:avLst/>
          </a:prstGeom>
        </p:spPr>
        <p:txBody>
          <a:bodyPr/>
          <a:lstStyle/>
          <a:p>
            <a:pPr algn="just">
              <a:lnSpc>
                <a:spcPct val="100000"/>
              </a:lnSpc>
              <a:buSzPct val="95000"/>
              <a:buFont typeface="Wingdings 2" panose="05020102010507070707" pitchFamily="18" charset="2"/>
              <a:buChar char=""/>
            </a:pPr>
            <a:endParaRPr dirty="0"/>
          </a:p>
        </p:txBody>
      </p:sp>
      <p:pic>
        <p:nvPicPr>
          <p:cNvPr id="5"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116F63B4-8760-9A94-E0B7-97536203CBC5}"/>
              </a:ext>
            </a:extLst>
          </p:cNvPr>
          <p:cNvSpPr>
            <a:spLocks noChangeArrowheads="1"/>
          </p:cNvSpPr>
          <p:nvPr/>
        </p:nvSpPr>
        <p:spPr bwMode="auto">
          <a:xfrm>
            <a:off x="91411" y="1001038"/>
            <a:ext cx="8343539"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42950" lvl="1" indent="-285750" algn="just"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Create an easy-to-use mobile app for students and employees to showcase their projects.</a:t>
            </a:r>
          </a:p>
          <a:p>
            <a:pPr marL="742950" lvl="1" indent="-285750" algn="just"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Provide a centralized platform where all project files (images, videos, documents, reports) can be uploaded and managed.</a:t>
            </a:r>
          </a:p>
          <a:p>
            <a:pPr marL="742950" lvl="1" indent="-285750" algn="just"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Build a clean and organized project repository with proper categories and metadata.</a:t>
            </a:r>
          </a:p>
          <a:p>
            <a:pPr marL="742950" lvl="1" indent="-285750" algn="just"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Enable users to search, view, and explore projects easily using filters and keywords.</a:t>
            </a:r>
          </a:p>
          <a:p>
            <a:pPr marL="742950" lvl="1" indent="-285750" algn="just"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Develop secure user authentication to protect project data and user accounts.</a:t>
            </a:r>
          </a:p>
          <a:p>
            <a:pPr marL="742950" lvl="1" indent="-285750" algn="just"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Implement backend APIs using Node.js and MongoDB for efficient data handling.</a:t>
            </a:r>
          </a:p>
          <a:p>
            <a:pPr marL="742950" lvl="1" indent="-285750" algn="just"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Allow structured project submissions with thumbnails, descriptions, and attachments.</a:t>
            </a:r>
          </a:p>
          <a:p>
            <a:pPr marL="742950" lvl="1" indent="-285750" algn="just"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Add a rating/feedback system for fair evaluation of projects by verified users.</a:t>
            </a:r>
          </a:p>
          <a:p>
            <a:pPr marL="742950" lvl="1" indent="-285750" algn="just"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Improve visibility of academic and organizational projects to promote learning and inspiration.</a:t>
            </a:r>
          </a:p>
          <a:p>
            <a:pPr marL="742950" lvl="1" indent="-285750" algn="just"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Ensure smooth performance and cross-platform support using Flutter.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5" name="TextShape 1"/>
          <p:cNvSpPr txBox="1"/>
          <p:nvPr/>
        </p:nvSpPr>
        <p:spPr>
          <a:xfrm>
            <a:off x="495900" y="127080"/>
            <a:ext cx="8229240" cy="914040"/>
          </a:xfrm>
          <a:prstGeom prst="rect">
            <a:avLst/>
          </a:prstGeom>
        </p:spPr>
        <p:txBody>
          <a:bodyPr lIns="0" rIns="0" bIns="0" anchor="b"/>
          <a:lstStyle/>
          <a:p>
            <a:pPr algn="ctr">
              <a:lnSpc>
                <a:spcPct val="100000"/>
              </a:lnSpc>
            </a:pPr>
            <a:r>
              <a:rPr lang="en-US" sz="4000" b="1" dirty="0">
                <a:solidFill>
                  <a:srgbClr val="7030A0"/>
                </a:solidFill>
                <a:latin typeface="Times New Roman" panose="02020603050405020304"/>
              </a:rPr>
              <a:t>Proposed Model</a:t>
            </a:r>
            <a:endParaRPr dirty="0"/>
          </a:p>
        </p:txBody>
      </p:sp>
      <p:pic>
        <p:nvPicPr>
          <p:cNvPr id="21"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3" name="TextShape 1"/>
          <p:cNvSpPr txBox="1"/>
          <p:nvPr/>
        </p:nvSpPr>
        <p:spPr>
          <a:xfrm>
            <a:off x="302413" y="302004"/>
            <a:ext cx="8229240" cy="923674"/>
          </a:xfrm>
          <a:prstGeom prst="rect">
            <a:avLst/>
          </a:prstGeom>
        </p:spPr>
        <p:txBody>
          <a:bodyPr lIns="0" rIns="0" bIns="0" anchor="b"/>
          <a:lstStyle/>
          <a:p>
            <a:pPr algn="ctr">
              <a:lnSpc>
                <a:spcPct val="100000"/>
              </a:lnSpc>
            </a:pPr>
            <a:r>
              <a:rPr lang="en-US" sz="4000" dirty="0">
                <a:solidFill>
                  <a:srgbClr val="7030A0"/>
                </a:solidFill>
                <a:latin typeface="Times New Roman" panose="02020603050405020304" pitchFamily="18" charset="0"/>
                <a:cs typeface="Times New Roman" panose="02020603050405020304" pitchFamily="18" charset="0"/>
              </a:rPr>
              <a:t>Experimental Set-up</a:t>
            </a:r>
            <a:endParaRPr sz="3000" dirty="0"/>
          </a:p>
        </p:txBody>
      </p:sp>
      <p:pic>
        <p:nvPicPr>
          <p:cNvPr id="5"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3A00492E-9FC8-1656-157E-E65E19490B14}"/>
              </a:ext>
            </a:extLst>
          </p:cNvPr>
          <p:cNvSpPr txBox="1"/>
          <p:nvPr/>
        </p:nvSpPr>
        <p:spPr>
          <a:xfrm>
            <a:off x="855882" y="2070351"/>
            <a:ext cx="7508196" cy="3139321"/>
          </a:xfrm>
          <a:prstGeom prst="rect">
            <a:avLst/>
          </a:prstGeom>
          <a:noFill/>
        </p:spPr>
        <p:txBody>
          <a:bodyPr wrap="square">
            <a:spAutoFit/>
          </a:bodyPr>
          <a:lstStyle/>
          <a:p>
            <a:r>
              <a:rPr lang="en-US" dirty="0"/>
              <a:t>The experimental setup for </a:t>
            </a:r>
            <a:r>
              <a:rPr lang="en-US" dirty="0" err="1"/>
              <a:t>ProjexHub</a:t>
            </a:r>
            <a:r>
              <a:rPr lang="en-US" dirty="0"/>
              <a:t> involved preparing the complete development environment required for both the frontend and backend of the system. Flutter and VS Code were used to design and test the mobile interface, while Node.js with Express.js was used to build the backend APIs. MongoDB Atlas served as the cloud database to store project files, metadata, and user information securely. Android Emulator and real mobile devices were used to test the app’s performance, UI responsiveness, and API connectivity. Postman was used to verify API requests, responses, authentication flow, and data validation. This setup helped ensure smooth integration between the mobile app, server, and database throughout development.</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3" name="CustomShape 1"/>
          <p:cNvSpPr/>
          <p:nvPr/>
        </p:nvSpPr>
        <p:spPr>
          <a:xfrm>
            <a:off x="533160" y="182520"/>
            <a:ext cx="8076960" cy="761760"/>
          </a:xfrm>
          <a:prstGeom prst="rect">
            <a:avLst/>
          </a:prstGeom>
          <a:noFill/>
          <a:ln w="9360">
            <a:noFill/>
          </a:ln>
        </p:spPr>
        <p:txBody>
          <a:bodyPr lIns="0" tIns="45000" rIns="0" bIns="0" anchor="b"/>
          <a:lstStyle/>
          <a:p>
            <a:pPr algn="ctr">
              <a:lnSpc>
                <a:spcPct val="100000"/>
              </a:lnSpc>
            </a:pPr>
            <a:r>
              <a:rPr lang="en-IN" sz="4000" b="1" dirty="0">
                <a:solidFill>
                  <a:srgbClr val="7030A0"/>
                </a:solidFill>
                <a:latin typeface="Times New Roman" panose="02020603050405020304"/>
              </a:rPr>
              <a:t>Result: Example</a:t>
            </a:r>
            <a:endParaRPr sz="4000" dirty="0"/>
          </a:p>
        </p:txBody>
      </p:sp>
      <p:pic>
        <p:nvPicPr>
          <p:cNvPr id="6"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3" name="CustomShape 1"/>
          <p:cNvSpPr/>
          <p:nvPr/>
        </p:nvSpPr>
        <p:spPr>
          <a:xfrm>
            <a:off x="571500" y="193593"/>
            <a:ext cx="8076960" cy="837720"/>
          </a:xfrm>
          <a:prstGeom prst="rect">
            <a:avLst/>
          </a:prstGeom>
          <a:noFill/>
          <a:ln w="9360">
            <a:noFill/>
          </a:ln>
        </p:spPr>
        <p:txBody>
          <a:bodyPr lIns="0" tIns="45000" rIns="0" bIns="0" anchor="b"/>
          <a:lstStyle/>
          <a:p>
            <a:pPr algn="ctr">
              <a:lnSpc>
                <a:spcPct val="100000"/>
              </a:lnSpc>
            </a:pPr>
            <a:r>
              <a:rPr lang="en-IN" sz="4000" b="1" dirty="0">
                <a:solidFill>
                  <a:srgbClr val="7030A0"/>
                </a:solidFill>
                <a:latin typeface="Times New Roman" panose="02020603050405020304" pitchFamily="18" charset="0"/>
                <a:cs typeface="Times New Roman" panose="02020603050405020304" pitchFamily="18" charset="0"/>
              </a:rPr>
              <a:t>Result Analysis </a:t>
            </a:r>
            <a:endParaRPr sz="4000" dirty="0">
              <a:latin typeface="Times New Roman" panose="02020603050405020304" pitchFamily="18" charset="0"/>
              <a:cs typeface="Times New Roman" panose="02020603050405020304" pitchFamily="18" charset="0"/>
            </a:endParaRPr>
          </a:p>
        </p:txBody>
      </p:sp>
      <p:pic>
        <p:nvPicPr>
          <p:cNvPr id="5"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3" name="TextShape 1"/>
          <p:cNvSpPr txBox="1"/>
          <p:nvPr/>
        </p:nvSpPr>
        <p:spPr>
          <a:xfrm>
            <a:off x="437760" y="501054"/>
            <a:ext cx="8229240" cy="567892"/>
          </a:xfrm>
          <a:prstGeom prst="rect">
            <a:avLst/>
          </a:prstGeom>
        </p:spPr>
        <p:txBody>
          <a:bodyPr lIns="0" rIns="0" bIns="0" anchor="b"/>
          <a:lstStyle/>
          <a:p>
            <a:pPr algn="ctr">
              <a:lnSpc>
                <a:spcPct val="100000"/>
              </a:lnSpc>
            </a:pPr>
            <a:r>
              <a:rPr lang="en-US" sz="4000" b="1" dirty="0">
                <a:solidFill>
                  <a:srgbClr val="7030A0"/>
                </a:solidFill>
                <a:latin typeface="Times New Roman" panose="02020603050405020304"/>
              </a:rPr>
              <a:t>Limitation</a:t>
            </a:r>
            <a:endParaRPr sz="4000" dirty="0"/>
          </a:p>
        </p:txBody>
      </p:sp>
      <p:pic>
        <p:nvPicPr>
          <p:cNvPr id="5"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3" name="TextShape 1"/>
          <p:cNvSpPr txBox="1"/>
          <p:nvPr/>
        </p:nvSpPr>
        <p:spPr>
          <a:xfrm>
            <a:off x="297340" y="538643"/>
            <a:ext cx="8229240" cy="682606"/>
          </a:xfrm>
          <a:prstGeom prst="rect">
            <a:avLst/>
          </a:prstGeom>
        </p:spPr>
        <p:txBody>
          <a:bodyPr lIns="0" rIns="0" bIns="0" anchor="b"/>
          <a:lstStyle/>
          <a:p>
            <a:pPr algn="ctr"/>
            <a:r>
              <a:rPr lang="en-US" sz="4000" b="1" dirty="0">
                <a:solidFill>
                  <a:srgbClr val="7030A0"/>
                </a:solidFill>
                <a:latin typeface="Times New Roman" panose="02020603050405020304"/>
              </a:rPr>
              <a:t>Conclusion</a:t>
            </a:r>
            <a:endParaRPr sz="4000" dirty="0">
              <a:solidFill>
                <a:prstClr val="black"/>
              </a:solidFill>
            </a:endParaRPr>
          </a:p>
        </p:txBody>
      </p:sp>
      <p:sp>
        <p:nvSpPr>
          <p:cNvPr id="4" name="TextShape 2"/>
          <p:cNvSpPr txBox="1"/>
          <p:nvPr/>
        </p:nvSpPr>
        <p:spPr>
          <a:xfrm>
            <a:off x="465120" y="1339920"/>
            <a:ext cx="8229240" cy="4389120"/>
          </a:xfrm>
          <a:prstGeom prst="rect">
            <a:avLst/>
          </a:prstGeom>
        </p:spPr>
        <p:txBody>
          <a:bodyPr/>
          <a:lstStyle/>
          <a:p>
            <a:pPr algn="just">
              <a:buSzPct val="95000"/>
              <a:buFont typeface="Wingdings 2" panose="05020102010507070707" pitchFamily="18" charset="2"/>
              <a:buChar char=""/>
            </a:pPr>
            <a:endParaRPr lang="en-US" sz="2500" dirty="0">
              <a:solidFill>
                <a:srgbClr val="000000"/>
              </a:solidFill>
              <a:latin typeface="Times New Roman" panose="02020603050405020304"/>
            </a:endParaRPr>
          </a:p>
          <a:p>
            <a:pPr algn="just">
              <a:buSzPct val="95000"/>
              <a:buFont typeface="Wingdings 2" panose="05020102010507070707" pitchFamily="18" charset="2"/>
              <a:buChar char=""/>
            </a:pPr>
            <a:endParaRPr lang="en-US" sz="2500" dirty="0">
              <a:solidFill>
                <a:srgbClr val="000000"/>
              </a:solidFill>
              <a:latin typeface="Times New Roman" panose="02020603050405020304"/>
            </a:endParaRPr>
          </a:p>
          <a:p>
            <a:pPr algn="just">
              <a:buSzPct val="95000"/>
              <a:buFont typeface="Wingdings 2" panose="05020102010507070707" pitchFamily="18" charset="2"/>
              <a:buChar char=""/>
            </a:pPr>
            <a:endParaRPr dirty="0">
              <a:solidFill>
                <a:prstClr val="black"/>
              </a:solidFill>
            </a:endParaRPr>
          </a:p>
        </p:txBody>
      </p:sp>
      <p:pic>
        <p:nvPicPr>
          <p:cNvPr id="5"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F229CE00-559B-891C-DBAC-FA854B09D8CF}"/>
              </a:ext>
            </a:extLst>
          </p:cNvPr>
          <p:cNvSpPr txBox="1"/>
          <p:nvPr/>
        </p:nvSpPr>
        <p:spPr>
          <a:xfrm>
            <a:off x="956345" y="1720840"/>
            <a:ext cx="7357145" cy="2862322"/>
          </a:xfrm>
          <a:prstGeom prst="rect">
            <a:avLst/>
          </a:prstGeom>
          <a:noFill/>
        </p:spPr>
        <p:txBody>
          <a:bodyPr wrap="square">
            <a:spAutoFit/>
          </a:bodyPr>
          <a:lstStyle/>
          <a:p>
            <a:pPr algn="just"/>
            <a:r>
              <a:rPr lang="en-US" dirty="0" err="1"/>
              <a:t>ProjexHub</a:t>
            </a:r>
            <a:r>
              <a:rPr lang="en-US" dirty="0"/>
              <a:t> provides a clean and organized platform where students can upload, store, and present their projects in one place. It helps remove the common problem of scattered files saved across different devices and makes it easier for teachers, students, and evaluators to view projects quickly. By using Flutter for the frontend and Node.js with MongoDB for the backend, the app delivers smooth performance, secure authentication, and reliable handling of project files and metadata.</a:t>
            </a:r>
            <a:br>
              <a:rPr lang="en-US" dirty="0"/>
            </a:br>
            <a:r>
              <a:rPr lang="en-US" dirty="0"/>
              <a:t>Overall, </a:t>
            </a:r>
            <a:r>
              <a:rPr lang="en-US" dirty="0" err="1"/>
              <a:t>ProjexHub</a:t>
            </a:r>
            <a:r>
              <a:rPr lang="en-US" dirty="0"/>
              <a:t> successfully offers a simple, user-friendly, and secure project showcase system that improves accessibility, encourages sharing of ideas, and supports academic review in a structured way.</a:t>
            </a: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C006E-5845-1C47-1883-60EC1A729621}"/>
            </a:ext>
          </a:extLst>
        </p:cNvPr>
        <p:cNvGrpSpPr/>
        <p:nvPr/>
      </p:nvGrpSpPr>
      <p:grpSpPr>
        <a:xfrm>
          <a:off x="0" y="0"/>
          <a:ext cx="0" cy="0"/>
          <a:chOff x="0" y="0"/>
          <a:chExt cx="0" cy="0"/>
        </a:xfrm>
      </p:grpSpPr>
      <p:sp>
        <p:nvSpPr>
          <p:cNvPr id="23556" name="Footer Placeholder 3">
            <a:extLst>
              <a:ext uri="{FF2B5EF4-FFF2-40B4-BE49-F238E27FC236}">
                <a16:creationId xmlns:a16="http://schemas.microsoft.com/office/drawing/2014/main" id="{BB9EF970-2701-1EFE-0226-C861BCB46D4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3" name="TextShape 1">
            <a:extLst>
              <a:ext uri="{FF2B5EF4-FFF2-40B4-BE49-F238E27FC236}">
                <a16:creationId xmlns:a16="http://schemas.microsoft.com/office/drawing/2014/main" id="{2EF50EB4-98CF-8BFB-3C73-27829FCE88D7}"/>
              </a:ext>
            </a:extLst>
          </p:cNvPr>
          <p:cNvSpPr txBox="1"/>
          <p:nvPr/>
        </p:nvSpPr>
        <p:spPr>
          <a:xfrm>
            <a:off x="465120" y="343659"/>
            <a:ext cx="8229240" cy="682606"/>
          </a:xfrm>
          <a:prstGeom prst="rect">
            <a:avLst/>
          </a:prstGeom>
        </p:spPr>
        <p:txBody>
          <a:bodyPr lIns="0" rIns="0" bIns="0" anchor="b"/>
          <a:lstStyle/>
          <a:p>
            <a:pPr algn="ctr"/>
            <a:r>
              <a:rPr lang="en-US" sz="4000" b="1" dirty="0">
                <a:solidFill>
                  <a:srgbClr val="7030A0"/>
                </a:solidFill>
                <a:latin typeface="Times New Roman" panose="02020603050405020304"/>
              </a:rPr>
              <a:t>Future Scopes</a:t>
            </a:r>
            <a:endParaRPr sz="4000" dirty="0">
              <a:solidFill>
                <a:prstClr val="black"/>
              </a:solidFill>
            </a:endParaRPr>
          </a:p>
        </p:txBody>
      </p:sp>
      <p:sp>
        <p:nvSpPr>
          <p:cNvPr id="4" name="TextShape 2">
            <a:extLst>
              <a:ext uri="{FF2B5EF4-FFF2-40B4-BE49-F238E27FC236}">
                <a16:creationId xmlns:a16="http://schemas.microsoft.com/office/drawing/2014/main" id="{89B1DE91-DAAE-517B-F695-8C323EF2109A}"/>
              </a:ext>
            </a:extLst>
          </p:cNvPr>
          <p:cNvSpPr txBox="1"/>
          <p:nvPr/>
        </p:nvSpPr>
        <p:spPr>
          <a:xfrm>
            <a:off x="465120" y="1339920"/>
            <a:ext cx="8229240" cy="4389120"/>
          </a:xfrm>
          <a:prstGeom prst="rect">
            <a:avLst/>
          </a:prstGeom>
        </p:spPr>
        <p:txBody>
          <a:bodyPr/>
          <a:lstStyle/>
          <a:p>
            <a:pPr algn="just">
              <a:buSzPct val="95000"/>
              <a:buFont typeface="Wingdings 2" panose="05020102010507070707" pitchFamily="18" charset="2"/>
              <a:buChar char=""/>
            </a:pPr>
            <a:endParaRPr lang="en-US" sz="2500" dirty="0">
              <a:solidFill>
                <a:srgbClr val="000000"/>
              </a:solidFill>
              <a:latin typeface="Times New Roman" panose="02020603050405020304"/>
            </a:endParaRPr>
          </a:p>
          <a:p>
            <a:pPr algn="just">
              <a:buSzPct val="95000"/>
              <a:buFont typeface="Wingdings 2" panose="05020102010507070707" pitchFamily="18" charset="2"/>
              <a:buChar char=""/>
            </a:pPr>
            <a:endParaRPr lang="en-US" sz="2500" dirty="0">
              <a:solidFill>
                <a:srgbClr val="000000"/>
              </a:solidFill>
              <a:latin typeface="Times New Roman" panose="02020603050405020304"/>
            </a:endParaRPr>
          </a:p>
          <a:p>
            <a:pPr algn="just">
              <a:buSzPct val="95000"/>
              <a:buFont typeface="Wingdings 2" panose="05020102010507070707" pitchFamily="18" charset="2"/>
              <a:buChar char=""/>
            </a:pPr>
            <a:endParaRPr dirty="0">
              <a:solidFill>
                <a:prstClr val="black"/>
              </a:solidFill>
            </a:endParaRPr>
          </a:p>
        </p:txBody>
      </p:sp>
      <p:pic>
        <p:nvPicPr>
          <p:cNvPr id="5" name="Picture 6" descr="D:\logo.jpg">
            <a:extLst>
              <a:ext uri="{FF2B5EF4-FFF2-40B4-BE49-F238E27FC236}">
                <a16:creationId xmlns:a16="http://schemas.microsoft.com/office/drawing/2014/main" id="{2096BEB1-3E4E-C8BA-5664-E59FE1571B9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70860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3" name="TextShape 1"/>
          <p:cNvSpPr txBox="1"/>
          <p:nvPr/>
        </p:nvSpPr>
        <p:spPr>
          <a:xfrm>
            <a:off x="673200" y="38637"/>
            <a:ext cx="8076960" cy="837720"/>
          </a:xfrm>
          <a:prstGeom prst="rect">
            <a:avLst/>
          </a:prstGeom>
        </p:spPr>
        <p:txBody>
          <a:bodyPr lIns="0" rIns="0" bIns="0" anchor="b"/>
          <a:lstStyle/>
          <a:p>
            <a:pPr algn="ctr"/>
            <a:r>
              <a:rPr lang="en-US" sz="4000" b="1" dirty="0">
                <a:solidFill>
                  <a:srgbClr val="7030A0"/>
                </a:solidFill>
                <a:latin typeface="Times New Roman" panose="02020603050405020304"/>
              </a:rPr>
              <a:t>References</a:t>
            </a:r>
            <a:endParaRPr dirty="0">
              <a:solidFill>
                <a:prstClr val="black"/>
              </a:solidFill>
              <a:latin typeface="Arial" panose="020B0604020202020204"/>
            </a:endParaRPr>
          </a:p>
        </p:txBody>
      </p:sp>
      <p:pic>
        <p:nvPicPr>
          <p:cNvPr id="5"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dirty="0">
                <a:solidFill>
                  <a:srgbClr val="045C75"/>
                </a:solidFill>
                <a:latin typeface="Constantia" panose="02030602050306030303" pitchFamily="18" charset="0"/>
              </a:rPr>
              <a:t>Dept. of CSE, University of Engineering &amp; Management Jaipur</a:t>
            </a:r>
          </a:p>
        </p:txBody>
      </p:sp>
      <p:sp>
        <p:nvSpPr>
          <p:cNvPr id="3" name="TextShape 1"/>
          <p:cNvSpPr txBox="1"/>
          <p:nvPr/>
        </p:nvSpPr>
        <p:spPr>
          <a:xfrm>
            <a:off x="407684" y="518719"/>
            <a:ext cx="8076960" cy="609120"/>
          </a:xfrm>
          <a:prstGeom prst="rect">
            <a:avLst/>
          </a:prstGeom>
        </p:spPr>
        <p:txBody>
          <a:bodyPr lIns="0" rIns="0" bIns="0" anchor="b"/>
          <a:lstStyle/>
          <a:p>
            <a:pPr algn="ctr"/>
            <a:r>
              <a:rPr lang="en-US" sz="4000" b="1" dirty="0">
                <a:solidFill>
                  <a:srgbClr val="7030A0"/>
                </a:solidFill>
                <a:latin typeface="Times New Roman" panose="02020603050405020304"/>
              </a:rPr>
              <a:t>Acknowledgement</a:t>
            </a:r>
            <a:endParaRPr dirty="0">
              <a:solidFill>
                <a:prstClr val="black"/>
              </a:solidFill>
              <a:latin typeface="Arial" panose="020B0604020202020204"/>
            </a:endParaRPr>
          </a:p>
        </p:txBody>
      </p:sp>
      <p:pic>
        <p:nvPicPr>
          <p:cNvPr id="5" name="Picture 6" descr="D:\logo.jpg"/>
          <p:cNvPicPr>
            <a:picLocks noChangeAspect="1" noChangeArrowheads="1"/>
          </p:cNvPicPr>
          <p:nvPr/>
        </p:nvPicPr>
        <p:blipFill>
          <a:blip r:embed="rId2"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57AB384A-BD85-A3CA-8731-BD5505DCEB8F}"/>
              </a:ext>
            </a:extLst>
          </p:cNvPr>
          <p:cNvSpPr txBox="1"/>
          <p:nvPr/>
        </p:nvSpPr>
        <p:spPr>
          <a:xfrm>
            <a:off x="838899" y="1362571"/>
            <a:ext cx="7369729" cy="4524315"/>
          </a:xfrm>
          <a:prstGeom prst="rect">
            <a:avLst/>
          </a:prstGeom>
          <a:noFill/>
        </p:spPr>
        <p:txBody>
          <a:bodyPr wrap="square">
            <a:spAutoFit/>
          </a:bodyPr>
          <a:lstStyle/>
          <a:p>
            <a:pPr algn="just"/>
            <a:r>
              <a:rPr lang="en-US" sz="1800" dirty="0">
                <a:latin typeface="Times New Roman" panose="02020603050405020304" pitchFamily="18" charset="0"/>
                <a:cs typeface="Times New Roman" panose="02020603050405020304" pitchFamily="18" charset="0"/>
              </a:rPr>
              <a:t>The development and success of this </a:t>
            </a:r>
            <a:r>
              <a:rPr lang="en-US" dirty="0" err="1">
                <a:latin typeface="Times New Roman" panose="02020603050405020304" pitchFamily="18" charset="0"/>
                <a:cs typeface="Times New Roman" panose="02020603050405020304" pitchFamily="18" charset="0"/>
              </a:rPr>
              <a:t>ProjexHub</a:t>
            </a:r>
            <a:r>
              <a:rPr lang="en-US" sz="1800" dirty="0">
                <a:latin typeface="Times New Roman" panose="02020603050405020304" pitchFamily="18" charset="0"/>
                <a:cs typeface="Times New Roman" panose="02020603050405020304" pitchFamily="18" charset="0"/>
              </a:rPr>
              <a:t> mobile application project have been a collaborative journey—driven by technology, creativity, and an understanding of real user needs. Throughout this process, we have been truly fortunate to receive unwavering support, inspiration, and encouragement from some amazing individuals. First and foremost, we express our heartfelt gratitude to the Almighty for guiding us and giving us strength during this academic </a:t>
            </a:r>
            <a:r>
              <a:rPr lang="en-US" sz="1800" dirty="0" err="1">
                <a:latin typeface="Times New Roman" panose="02020603050405020304" pitchFamily="18" charset="0"/>
                <a:cs typeface="Times New Roman" panose="02020603050405020304" pitchFamily="18" charset="0"/>
              </a:rPr>
              <a:t>endeavor.We</a:t>
            </a:r>
            <a:r>
              <a:rPr lang="en-US" sz="1800" dirty="0">
                <a:latin typeface="Times New Roman" panose="02020603050405020304" pitchFamily="18" charset="0"/>
                <a:cs typeface="Times New Roman" panose="02020603050405020304" pitchFamily="18" charset="0"/>
              </a:rPr>
              <a:t> are deeply thankful to our Head of Department and our respected Dean, Prof. (Dr.) G. Uma Devi, for creating a learning environment that fosters innovation and practical </a:t>
            </a:r>
            <a:r>
              <a:rPr lang="en-US" sz="1800" dirty="0" err="1">
                <a:latin typeface="Times New Roman" panose="02020603050405020304" pitchFamily="18" charset="0"/>
                <a:cs typeface="Times New Roman" panose="02020603050405020304" pitchFamily="18" charset="0"/>
              </a:rPr>
              <a:t>application.We</a:t>
            </a:r>
            <a:r>
              <a:rPr lang="en-US" sz="1800" dirty="0">
                <a:latin typeface="Times New Roman" panose="02020603050405020304" pitchFamily="18" charset="0"/>
                <a:cs typeface="Times New Roman" panose="02020603050405020304" pitchFamily="18" charset="0"/>
              </a:rPr>
              <a:t> would like to extend our sincere thanks to our project supervisor, Professor Debajyoti Chatterjee, for assigning us such an engaging and future-focused project. His constant guidance, valuable insights, and constructive feedback at every stage added immense value to our work. Every interaction with him helped shape our project with more depth and clarity. This project has been a remarkable learning experience, and we will always be grateful to those who made this journey both meaningful and memorable.</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0" name="Content Placeholder 3"/>
          <p:cNvPicPr/>
          <p:nvPr/>
        </p:nvPicPr>
        <p:blipFill>
          <a:blip r:embed="rId2"/>
          <a:stretch>
            <a:fillRect/>
          </a:stretch>
        </p:blipFill>
        <p:spPr>
          <a:xfrm>
            <a:off x="0" y="1143000"/>
            <a:ext cx="9143640" cy="5714640"/>
          </a:xfrm>
          <a:prstGeom prst="rect">
            <a:avLst/>
          </a:prstGeom>
          <a:ln w="9360">
            <a:noFill/>
          </a:ln>
        </p:spPr>
      </p:pic>
      <p:sp>
        <p:nvSpPr>
          <p:cNvPr id="201" name="TextShape 1"/>
          <p:cNvSpPr txBox="1"/>
          <p:nvPr/>
        </p:nvSpPr>
        <p:spPr>
          <a:xfrm>
            <a:off x="2666880" y="6356520"/>
            <a:ext cx="3352320" cy="364680"/>
          </a:xfrm>
          <a:prstGeom prst="rect">
            <a:avLst/>
          </a:prstGeom>
        </p:spPr>
        <p:txBody>
          <a:bodyPr lIns="0" tIns="0" rIns="0" bIns="0" anchor="b"/>
          <a:lstStyle/>
          <a:p>
            <a:pPr algn="ctr"/>
            <a:r>
              <a:rPr lang="en-US" sz="1200" dirty="0">
                <a:solidFill>
                  <a:srgbClr val="045C75"/>
                </a:solidFill>
                <a:latin typeface="Constantia" panose="02030602050306030303" pitchFamily="18" charset="0"/>
              </a:rPr>
              <a:t>Dept. of CSE, University of Engineering &amp; Management Jaipur</a:t>
            </a:r>
          </a:p>
        </p:txBody>
      </p:sp>
      <p:pic>
        <p:nvPicPr>
          <p:cNvPr id="4" name="Picture 6" descr="D:\logo.jpg"/>
          <p:cNvPicPr>
            <a:picLocks noChangeAspect="1" noChangeArrowheads="1"/>
          </p:cNvPicPr>
          <p:nvPr/>
        </p:nvPicPr>
        <p:blipFill>
          <a:blip r:embed="rId3" cstate="print">
            <a:extLst>
              <a:ext uri="{28A0092B-C50C-407E-A947-70E740481C1C}">
                <a14:useLocalDpi xmlns:a14="http://schemas.microsoft.com/office/drawing/2010/main" val="0"/>
              </a:ext>
            </a:extLst>
          </a:blip>
          <a:srcRect l="2734" t="4678" r="2295" b="3926"/>
          <a:stretch>
            <a:fillRect/>
          </a:stretch>
        </p:blipFill>
        <p:spPr bwMode="auto">
          <a:xfrm>
            <a:off x="7543800" y="0"/>
            <a:ext cx="1600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3.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4.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otalTime>105</TotalTime>
  <Words>988</Words>
  <Application>Microsoft Office PowerPoint</Application>
  <PresentationFormat>On-screen Show (4:3)</PresentationFormat>
  <Paragraphs>68</Paragraphs>
  <Slides>15</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15</vt:i4>
      </vt:variant>
    </vt:vector>
  </HeadingPairs>
  <TitlesOfParts>
    <vt:vector size="24" baseType="lpstr">
      <vt:lpstr>Arial</vt:lpstr>
      <vt:lpstr>Calibri</vt:lpstr>
      <vt:lpstr>Constantia</vt:lpstr>
      <vt:lpstr>StarSymbol</vt:lpstr>
      <vt:lpstr>Times New Roman</vt:lpstr>
      <vt:lpstr>Wingdings 2</vt:lpstr>
      <vt:lpstr>Flow</vt:lpstr>
      <vt:lpstr>2_Flow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Ankshika ghosh</dc:creator>
  <cp:lastModifiedBy>Ankshika ghosh</cp:lastModifiedBy>
  <cp:revision>2</cp:revision>
  <dcterms:created xsi:type="dcterms:W3CDTF">2025-10-28T09:47:09Z</dcterms:created>
  <dcterms:modified xsi:type="dcterms:W3CDTF">2025-11-06T19:22:42Z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3B80DC8D167649E28F97E367CDD71346_13</vt:lpwstr>
  </property>
  <property fmtid="{D5CDD505-2E9C-101B-9397-08002B2CF9AE}" pid="3" name="KSOProductBuildVer">
    <vt:lpwstr>1033-12.2.0.23131</vt:lpwstr>
  </property>
</Properties>
</file>