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278" r:id="rId5"/>
    <p:sldId id="279" r:id="rId6"/>
    <p:sldId id="280" r:id="rId7"/>
    <p:sldId id="281" r:id="rId8"/>
    <p:sldId id="284" r:id="rId9"/>
    <p:sldId id="294" r:id="rId10"/>
    <p:sldId id="295" r:id="rId11"/>
    <p:sldId id="285" r:id="rId12"/>
    <p:sldId id="296" r:id="rId13"/>
    <p:sldId id="297" r:id="rId14"/>
    <p:sldId id="298" r:id="rId15"/>
    <p:sldId id="299" r:id="rId16"/>
    <p:sldId id="293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6F98B9-2456-4DA8-9669-B548BB337C6C}">
          <p14:sldIdLst>
            <p14:sldId id="278"/>
            <p14:sldId id="279"/>
            <p14:sldId id="280"/>
            <p14:sldId id="281"/>
          </p14:sldIdLst>
        </p14:section>
        <p14:section name="Untitled Section" id="{1C668C19-D8E0-446D-987B-C6D6B6F1D25B}">
          <p14:sldIdLst>
            <p14:sldId id="284"/>
            <p14:sldId id="294"/>
            <p14:sldId id="295"/>
            <p14:sldId id="285"/>
          </p14:sldIdLst>
        </p14:section>
        <p14:section name="Untitled Section" id="{2C26BAAF-3385-4C60-9200-075FAD6E3955}">
          <p14:sldIdLst>
            <p14:sldId id="296"/>
            <p14:sldId id="297"/>
            <p14:sldId id="298"/>
            <p14:sldId id="299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85" d="100"/>
          <a:sy n="85" d="100"/>
        </p:scale>
        <p:origin x="518" y="72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4" d="100"/>
          <a:sy n="24" d="100"/>
        </p:scale>
        <p:origin x="3475" y="12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42D35-0463-4920-BEF7-2B88080E67A2}" type="datetimeFigureOut">
              <a:rPr lang="en-US" smtClean="0"/>
              <a:t>28-Sep-23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2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00201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03092" y="69574"/>
            <a:ext cx="5385816" cy="3139970"/>
          </a:xfrm>
        </p:spPr>
        <p:txBody>
          <a:bodyPr tIns="0" anchor="b" anchorCtr="0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49496" y="3255267"/>
            <a:ext cx="3493008" cy="1644724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89452"/>
            <a:ext cx="5693664" cy="25805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224528" y="815009"/>
            <a:ext cx="6766560" cy="281146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003536" y="472108"/>
            <a:ext cx="987552" cy="244503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4224528" y="3723748"/>
            <a:ext cx="6766560" cy="244723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5600" y="1699591"/>
            <a:ext cx="6400800" cy="2844977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95600" y="4598948"/>
            <a:ext cx="6400800" cy="84769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31520"/>
            <a:ext cx="10665089" cy="136205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41121" y="1344404"/>
            <a:ext cx="6984906" cy="256044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33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347664"/>
            <a:ext cx="768096" cy="1882471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120" y="3977196"/>
            <a:ext cx="4971237" cy="864804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51398"/>
            <a:ext cx="10671048" cy="136205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937" y="755729"/>
            <a:ext cx="10665089" cy="85997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71016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32046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1016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919391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8288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32046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828288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919391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85560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32046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5560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919391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42832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32046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942832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919391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01702"/>
            <a:ext cx="10671048" cy="144435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32B254-F115-AAF3-09C2-B631F5CDC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329989" y="2370268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339134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358727 w 2011680"/>
              <a:gd name="connsiteY2" fmla="*/ 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0112 w 2011680"/>
              <a:gd name="connsiteY2" fmla="*/ 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46257" y="0"/>
                </a:lnTo>
                <a:cubicBezTo>
                  <a:pt x="699597" y="218440"/>
                  <a:pt x="783417" y="292100"/>
                  <a:pt x="1012017" y="335280"/>
                </a:cubicBezTo>
                <a:cubicBezTo>
                  <a:pt x="1289512" y="299720"/>
                  <a:pt x="1340312" y="106045"/>
                  <a:pt x="1358727" y="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338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058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485599-A799-0E8C-D368-451B9DE02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545563" y="2373190"/>
            <a:ext cx="722376" cy="722376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554707" y="2379412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0" y="2756536"/>
            <a:ext cx="2011680" cy="2828676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1362480 w 2011680"/>
              <a:gd name="connsiteY2" fmla="*/ 3048 h 2829819"/>
              <a:gd name="connsiteX3" fmla="*/ 2011680 w 2011680"/>
              <a:gd name="connsiteY3" fmla="*/ 4646 h 2829819"/>
              <a:gd name="connsiteX4" fmla="*/ 2011680 w 2011680"/>
              <a:gd name="connsiteY4" fmla="*/ 2829819 h 2829819"/>
              <a:gd name="connsiteX5" fmla="*/ 0 w 2011680"/>
              <a:gd name="connsiteY5" fmla="*/ 2829819 h 2829819"/>
              <a:gd name="connsiteX6" fmla="*/ 0 w 2011680"/>
              <a:gd name="connsiteY6" fmla="*/ 4646 h 2829819"/>
              <a:gd name="connsiteX0" fmla="*/ 0 w 2011680"/>
              <a:gd name="connsiteY0" fmla="*/ 4646 h 2829819"/>
              <a:gd name="connsiteX1" fmla="*/ 651915 w 2011680"/>
              <a:gd name="connsiteY1" fmla="*/ 1143 h 2829819"/>
              <a:gd name="connsiteX2" fmla="*/ 994434 w 2011680"/>
              <a:gd name="connsiteY2" fmla="*/ 0 h 2829819"/>
              <a:gd name="connsiteX3" fmla="*/ 1362480 w 2011680"/>
              <a:gd name="connsiteY3" fmla="*/ 3048 h 2829819"/>
              <a:gd name="connsiteX4" fmla="*/ 2011680 w 2011680"/>
              <a:gd name="connsiteY4" fmla="*/ 4646 h 2829819"/>
              <a:gd name="connsiteX5" fmla="*/ 2011680 w 2011680"/>
              <a:gd name="connsiteY5" fmla="*/ 2829819 h 2829819"/>
              <a:gd name="connsiteX6" fmla="*/ 0 w 2011680"/>
              <a:gd name="connsiteY6" fmla="*/ 2829819 h 2829819"/>
              <a:gd name="connsiteX7" fmla="*/ 0 w 2011680"/>
              <a:gd name="connsiteY7" fmla="*/ 4646 h 2829819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8676">
                <a:moveTo>
                  <a:pt x="0" y="3503"/>
                </a:moveTo>
                <a:lnTo>
                  <a:pt x="651915" y="0"/>
                </a:lnTo>
                <a:cubicBezTo>
                  <a:pt x="665123" y="83439"/>
                  <a:pt x="720241" y="317373"/>
                  <a:pt x="1005864" y="336042"/>
                </a:cubicBezTo>
                <a:cubicBezTo>
                  <a:pt x="1248561" y="340868"/>
                  <a:pt x="1359813" y="80899"/>
                  <a:pt x="1362480" y="1905"/>
                </a:cubicBezTo>
                <a:lnTo>
                  <a:pt x="2011680" y="3503"/>
                </a:lnTo>
                <a:lnTo>
                  <a:pt x="2011680" y="2828676"/>
                </a:lnTo>
                <a:lnTo>
                  <a:pt x="0" y="2828676"/>
                </a:lnTo>
                <a:lnTo>
                  <a:pt x="0" y="3503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00911" y="4064834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46630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4D3449-0EF5-D439-CC36-5C761D35D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761135" y="2373190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770280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2756535"/>
            <a:ext cx="2011680" cy="2828676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49951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358611 w 2011680"/>
              <a:gd name="connsiteY2" fmla="*/ 0 h 2828676"/>
              <a:gd name="connsiteX3" fmla="*/ 2011680 w 2011680"/>
              <a:gd name="connsiteY3" fmla="*/ 3503 h 2828676"/>
              <a:gd name="connsiteX4" fmla="*/ 2011680 w 2011680"/>
              <a:gd name="connsiteY4" fmla="*/ 2828676 h 2828676"/>
              <a:gd name="connsiteX5" fmla="*/ 0 w 2011680"/>
              <a:gd name="connsiteY5" fmla="*/ 2828676 h 2828676"/>
              <a:gd name="connsiteX6" fmla="*/ 0 w 2011680"/>
              <a:gd name="connsiteY6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6186 w 2011680"/>
              <a:gd name="connsiteY2" fmla="*/ 0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8676">
                <a:moveTo>
                  <a:pt x="0" y="3503"/>
                </a:moveTo>
                <a:lnTo>
                  <a:pt x="649951" y="1905"/>
                </a:lnTo>
                <a:cubicBezTo>
                  <a:pt x="676621" y="123825"/>
                  <a:pt x="743296" y="316230"/>
                  <a:pt x="1009996" y="333375"/>
                </a:cubicBezTo>
                <a:cubicBezTo>
                  <a:pt x="1261456" y="319405"/>
                  <a:pt x="1349086" y="114935"/>
                  <a:pt x="1358611" y="0"/>
                </a:cubicBezTo>
                <a:lnTo>
                  <a:pt x="2011680" y="3503"/>
                </a:lnTo>
                <a:lnTo>
                  <a:pt x="2011680" y="2828676"/>
                </a:lnTo>
                <a:lnTo>
                  <a:pt x="0" y="2828676"/>
                </a:lnTo>
                <a:lnTo>
                  <a:pt x="0" y="350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16484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204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6F2D13-53B7-CE37-EA90-449A726B8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76707" y="2373190"/>
            <a:ext cx="722376" cy="722376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985853" y="2379412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357283 w 2011680"/>
              <a:gd name="connsiteY2" fmla="*/ 254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51163" y="0"/>
                </a:lnTo>
                <a:cubicBezTo>
                  <a:pt x="681643" y="210820"/>
                  <a:pt x="861983" y="330200"/>
                  <a:pt x="1014383" y="330200"/>
                </a:cubicBezTo>
                <a:cubicBezTo>
                  <a:pt x="1164243" y="312420"/>
                  <a:pt x="1331883" y="218440"/>
                  <a:pt x="1357283" y="254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57" y="4064834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77777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88DB6F-1A86-5713-2420-7554D75C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90018" y="2373190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201425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0 h 2825173"/>
              <a:gd name="connsiteX1" fmla="*/ 655551 w 2011680"/>
              <a:gd name="connsiteY1" fmla="*/ 942 h 2825173"/>
              <a:gd name="connsiteX2" fmla="*/ 2011680 w 2011680"/>
              <a:gd name="connsiteY2" fmla="*/ 0 h 2825173"/>
              <a:gd name="connsiteX3" fmla="*/ 2011680 w 2011680"/>
              <a:gd name="connsiteY3" fmla="*/ 2825173 h 2825173"/>
              <a:gd name="connsiteX4" fmla="*/ 0 w 2011680"/>
              <a:gd name="connsiteY4" fmla="*/ 2825173 h 2825173"/>
              <a:gd name="connsiteX5" fmla="*/ 0 w 2011680"/>
              <a:gd name="connsiteY5" fmla="*/ 0 h 2825173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364211 w 2011680"/>
              <a:gd name="connsiteY2" fmla="*/ 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55551" y="2540"/>
                </a:lnTo>
                <a:cubicBezTo>
                  <a:pt x="686031" y="198120"/>
                  <a:pt x="833351" y="335280"/>
                  <a:pt x="1016231" y="327660"/>
                </a:cubicBezTo>
                <a:cubicBezTo>
                  <a:pt x="1205884" y="340360"/>
                  <a:pt x="1362518" y="137160"/>
                  <a:pt x="1364211" y="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47629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93349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31520"/>
            <a:ext cx="10671048" cy="212643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35B4623-C6B7-83B6-05A1-17D69EA8D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669440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6B48C-2241-2A09-2A32-FB55BCFD6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881150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C7B0C-730B-4FE8-3BFD-D787B1950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045016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7B2BF2-C193-18BC-3798-C9611C4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8264631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E087E-B71E-C8CE-2C40-B3EACA40D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75505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6784" y="701702"/>
            <a:ext cx="7439243" cy="1309978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86784" y="2071314"/>
            <a:ext cx="3813048" cy="73050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86784" y="2877312"/>
            <a:ext cx="3803992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857877" y="2071314"/>
            <a:ext cx="3568150" cy="73050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857877" y="2877312"/>
            <a:ext cx="3568150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41458"/>
            <a:ext cx="10671048" cy="145985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911096" y="2407653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3232" y="2885439"/>
            <a:ext cx="3328416" cy="356386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3328416 w 3328416"/>
              <a:gd name="connsiteY2" fmla="*/ 6845 h 3563861"/>
              <a:gd name="connsiteX3" fmla="*/ 3328416 w 3328416"/>
              <a:gd name="connsiteY3" fmla="*/ 3563861 h 3563861"/>
              <a:gd name="connsiteX4" fmla="*/ 0 w 3328416"/>
              <a:gd name="connsiteY4" fmla="*/ 3563861 h 3563861"/>
              <a:gd name="connsiteX5" fmla="*/ 0 w 3328416"/>
              <a:gd name="connsiteY5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63861">
                <a:moveTo>
                  <a:pt x="0" y="6845"/>
                </a:moveTo>
                <a:lnTo>
                  <a:pt x="1191768" y="0"/>
                </a:lnTo>
                <a:cubicBezTo>
                  <a:pt x="1278636" y="383458"/>
                  <a:pt x="1523661" y="452121"/>
                  <a:pt x="1679448" y="452121"/>
                </a:cubicBezTo>
                <a:cubicBezTo>
                  <a:pt x="1835235" y="452121"/>
                  <a:pt x="2146300" y="265349"/>
                  <a:pt x="2126488" y="1"/>
                </a:cubicBezTo>
                <a:lnTo>
                  <a:pt x="3328416" y="6845"/>
                </a:lnTo>
                <a:lnTo>
                  <a:pt x="3328416" y="3563861"/>
                </a:lnTo>
                <a:lnTo>
                  <a:pt x="0" y="3563861"/>
                </a:lnTo>
                <a:lnTo>
                  <a:pt x="0" y="6845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2124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5641848" y="2407653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3984" y="2890519"/>
            <a:ext cx="3328416" cy="355878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3328416 w 3328416"/>
              <a:gd name="connsiteY2" fmla="*/ 1765 h 3558781"/>
              <a:gd name="connsiteX3" fmla="*/ 3328416 w 3328416"/>
              <a:gd name="connsiteY3" fmla="*/ 3558781 h 3558781"/>
              <a:gd name="connsiteX4" fmla="*/ 0 w 3328416"/>
              <a:gd name="connsiteY4" fmla="*/ 3558781 h 3558781"/>
              <a:gd name="connsiteX5" fmla="*/ 0 w 3328416"/>
              <a:gd name="connsiteY5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2134616 w 3328416"/>
              <a:gd name="connsiteY2" fmla="*/ 1 h 3558781"/>
              <a:gd name="connsiteX3" fmla="*/ 3328416 w 3328416"/>
              <a:gd name="connsiteY3" fmla="*/ 1765 h 3558781"/>
              <a:gd name="connsiteX4" fmla="*/ 3328416 w 3328416"/>
              <a:gd name="connsiteY4" fmla="*/ 3558781 h 3558781"/>
              <a:gd name="connsiteX5" fmla="*/ 0 w 3328416"/>
              <a:gd name="connsiteY5" fmla="*/ 3558781 h 3558781"/>
              <a:gd name="connsiteX6" fmla="*/ 0 w 3328416"/>
              <a:gd name="connsiteY6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58781">
                <a:moveTo>
                  <a:pt x="0" y="1765"/>
                </a:moveTo>
                <a:lnTo>
                  <a:pt x="1189736" y="0"/>
                </a:lnTo>
                <a:cubicBezTo>
                  <a:pt x="1213443" y="191770"/>
                  <a:pt x="1332399" y="417831"/>
                  <a:pt x="1672336" y="461011"/>
                </a:cubicBezTo>
                <a:cubicBezTo>
                  <a:pt x="2024549" y="425451"/>
                  <a:pt x="2136733" y="127001"/>
                  <a:pt x="2134616" y="1"/>
                </a:cubicBezTo>
                <a:lnTo>
                  <a:pt x="3328416" y="1765"/>
                </a:lnTo>
                <a:lnTo>
                  <a:pt x="3328416" y="3558781"/>
                </a:lnTo>
                <a:lnTo>
                  <a:pt x="0" y="3558781"/>
                </a:lnTo>
                <a:lnTo>
                  <a:pt x="0" y="1765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2876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9290304" y="2407653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2440" y="2891789"/>
            <a:ext cx="3328416" cy="355751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3328416 w 3328416"/>
              <a:gd name="connsiteY2" fmla="*/ 495 h 3557511"/>
              <a:gd name="connsiteX3" fmla="*/ 3328416 w 3328416"/>
              <a:gd name="connsiteY3" fmla="*/ 3557511 h 3557511"/>
              <a:gd name="connsiteX4" fmla="*/ 0 w 3328416"/>
              <a:gd name="connsiteY4" fmla="*/ 3557511 h 3557511"/>
              <a:gd name="connsiteX5" fmla="*/ 0 w 3328416"/>
              <a:gd name="connsiteY5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2133600 w 3328416"/>
              <a:gd name="connsiteY2" fmla="*/ 1 h 3557511"/>
              <a:gd name="connsiteX3" fmla="*/ 3328416 w 3328416"/>
              <a:gd name="connsiteY3" fmla="*/ 495 h 3557511"/>
              <a:gd name="connsiteX4" fmla="*/ 3328416 w 3328416"/>
              <a:gd name="connsiteY4" fmla="*/ 3557511 h 3557511"/>
              <a:gd name="connsiteX5" fmla="*/ 0 w 3328416"/>
              <a:gd name="connsiteY5" fmla="*/ 3557511 h 3557511"/>
              <a:gd name="connsiteX6" fmla="*/ 0 w 3328416"/>
              <a:gd name="connsiteY6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42110 w 3328416"/>
              <a:gd name="connsiteY2" fmla="*/ 47625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57511">
                <a:moveTo>
                  <a:pt x="0" y="495"/>
                </a:moveTo>
                <a:lnTo>
                  <a:pt x="1184910" y="0"/>
                </a:lnTo>
                <a:cubicBezTo>
                  <a:pt x="1215390" y="266700"/>
                  <a:pt x="1375410" y="415291"/>
                  <a:pt x="1672590" y="457201"/>
                </a:cubicBezTo>
                <a:cubicBezTo>
                  <a:pt x="2032000" y="411481"/>
                  <a:pt x="2098040" y="179071"/>
                  <a:pt x="2133600" y="1"/>
                </a:cubicBezTo>
                <a:lnTo>
                  <a:pt x="3328416" y="495"/>
                </a:lnTo>
                <a:lnTo>
                  <a:pt x="3328416" y="3557511"/>
                </a:lnTo>
                <a:lnTo>
                  <a:pt x="0" y="3557511"/>
                </a:lnTo>
                <a:lnTo>
                  <a:pt x="0" y="495"/>
                </a:lnTo>
                <a:close/>
              </a:path>
            </a:pathLst>
          </a:custGeo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71332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CA3ED5-BEA8-79A4-A782-B2CDF23DA49B}"/>
              </a:ext>
            </a:extLst>
          </p:cNvPr>
          <p:cNvSpPr>
            <a:spLocks noChangeAspect="1"/>
          </p:cNvSpPr>
          <p:nvPr userDrawn="1"/>
        </p:nvSpPr>
        <p:spPr>
          <a:xfrm>
            <a:off x="1911096" y="2409684"/>
            <a:ext cx="932688" cy="932688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78A295-1123-7741-FF14-7A34BF88FADA}"/>
              </a:ext>
            </a:extLst>
          </p:cNvPr>
          <p:cNvSpPr>
            <a:spLocks noChangeAspect="1"/>
          </p:cNvSpPr>
          <p:nvPr userDrawn="1"/>
        </p:nvSpPr>
        <p:spPr>
          <a:xfrm>
            <a:off x="5642356" y="2407653"/>
            <a:ext cx="932688" cy="93268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CFDE8A-AB48-8603-AAE2-E2C68488105C}"/>
              </a:ext>
            </a:extLst>
          </p:cNvPr>
          <p:cNvSpPr>
            <a:spLocks noChangeAspect="1"/>
          </p:cNvSpPr>
          <p:nvPr userDrawn="1"/>
        </p:nvSpPr>
        <p:spPr>
          <a:xfrm>
            <a:off x="9289796" y="2412733"/>
            <a:ext cx="932688" cy="93268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>
            <a:extLst>
              <a:ext uri="{FF2B5EF4-FFF2-40B4-BE49-F238E27FC236}">
                <a16:creationId xmlns:a16="http://schemas.microsoft.com/office/drawing/2014/main" id="{ABC388A2-FFC7-1A87-02FB-C97B50161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>
            <a:extLst>
              <a:ext uri="{FF2B5EF4-FFF2-40B4-BE49-F238E27FC236}">
                <a16:creationId xmlns:a16="http://schemas.microsoft.com/office/drawing/2014/main" id="{D64C4994-B525-F4C0-B74F-D5E8296DF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>
            <a:extLst>
              <a:ext uri="{FF2B5EF4-FFF2-40B4-BE49-F238E27FC236}">
                <a16:creationId xmlns:a16="http://schemas.microsoft.com/office/drawing/2014/main" id="{FEA70E9F-C506-413C-11EF-5915A2296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>
            <a:extLst>
              <a:ext uri="{FF2B5EF4-FFF2-40B4-BE49-F238E27FC236}">
                <a16:creationId xmlns:a16="http://schemas.microsoft.com/office/drawing/2014/main" id="{F19C81EC-0322-58A2-C455-6E2C84D1E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08760" y="831101"/>
            <a:ext cx="6527800" cy="262805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08760" y="3556431"/>
            <a:ext cx="6527800" cy="189321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7048" y="327989"/>
            <a:ext cx="4550664" cy="2453773"/>
          </a:xfrm>
        </p:spPr>
        <p:txBody>
          <a:bodyPr tIns="0" anchor="b" anchorCtr="0">
            <a:no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45336" y="2846832"/>
            <a:ext cx="4550664" cy="2314448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>
            <a:extLst>
              <a:ext uri="{FF2B5EF4-FFF2-40B4-BE49-F238E27FC236}">
                <a16:creationId xmlns:a16="http://schemas.microsoft.com/office/drawing/2014/main" id="{8D5D10FF-3DE5-39CA-FA9A-29A09DC47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BFA89E6A-8342-AE30-45E0-BC1DFE327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D9D7EB49-4BC9-040F-C4CC-5771C5FB3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>
            <a:extLst>
              <a:ext uri="{FF2B5EF4-FFF2-40B4-BE49-F238E27FC236}">
                <a16:creationId xmlns:a16="http://schemas.microsoft.com/office/drawing/2014/main" id="{3CE04498-C285-EFB8-340C-1A064078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85032" y="755374"/>
            <a:ext cx="7740995" cy="1500145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5032" y="2305215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84539" y="2305215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215" y="741458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70215" y="2301902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3"/>
            <a:ext cx="4011087" cy="148093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0938" y="457200"/>
            <a:ext cx="3200400" cy="244502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www.linkedin.com/in/sounak-goswami-03b1971b4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www.instagram.com/goswami._.sounak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ailto:shunyaspartan@gmail.com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3092" y="69574"/>
            <a:ext cx="5385816" cy="3139970"/>
          </a:xfrm>
        </p:spPr>
        <p:txBody>
          <a:bodyPr/>
          <a:lstStyle/>
          <a:p>
            <a:r>
              <a:rPr lang="en-US" dirty="0"/>
              <a:t>Sign to speech gloves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9496" y="3255267"/>
            <a:ext cx="3493008" cy="1644724"/>
          </a:xfrm>
        </p:spPr>
        <p:txBody>
          <a:bodyPr/>
          <a:lstStyle/>
          <a:p>
            <a:r>
              <a:rPr lang="en-US" dirty="0" err="1"/>
              <a:t>Shunya</a:t>
            </a:r>
            <a:r>
              <a:rPr lang="en-US" dirty="0"/>
              <a:t> Spartans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8" y="1831788"/>
            <a:ext cx="7040880" cy="5543176"/>
          </a:xfrm>
        </p:spPr>
        <p:txBody>
          <a:bodyPr>
            <a:normAutofit fontScale="70000" lnSpcReduction="20000"/>
          </a:bodyPr>
          <a:lstStyle/>
          <a:p>
            <a:r>
              <a:rPr lang="en-US" sz="4800" dirty="0">
                <a:solidFill>
                  <a:srgbClr val="202C8F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Introduction​</a:t>
            </a:r>
            <a:endParaRPr lang="en-US" dirty="0">
              <a:solidFill>
                <a:srgbClr val="202C8F"/>
              </a:solidFill>
            </a:endParaRPr>
          </a:p>
          <a:p>
            <a:r>
              <a:rPr lang="en-US" sz="4800" dirty="0">
                <a:hlinkClick r:id="rId3" action="ppaction://hlinksldjump"/>
              </a:rPr>
              <a:t>Problem &amp; Objective</a:t>
            </a:r>
            <a:endParaRPr lang="en-US" sz="4800" dirty="0"/>
          </a:p>
          <a:p>
            <a:r>
              <a:rPr lang="en-US" sz="4800" dirty="0">
                <a:hlinkClick r:id="rId4" action="ppaction://hlinksldjump"/>
              </a:rPr>
              <a:t>Design and diagram</a:t>
            </a:r>
            <a:endParaRPr lang="en-US" sz="4800" dirty="0"/>
          </a:p>
          <a:p>
            <a:r>
              <a:rPr lang="en-US" sz="4800" dirty="0">
                <a:hlinkClick r:id="rId5" action="ppaction://hlinksldjump"/>
              </a:rPr>
              <a:t>Sensor Int &amp; Communication Mod</a:t>
            </a:r>
            <a:endParaRPr lang="en-US" sz="4800" dirty="0"/>
          </a:p>
          <a:p>
            <a:r>
              <a:rPr lang="en-US" sz="4800" dirty="0">
                <a:hlinkClick r:id="rId6" action="ppaction://hlinksldjump"/>
              </a:rPr>
              <a:t>Application</a:t>
            </a:r>
            <a:endParaRPr lang="en-US" sz="4800" dirty="0"/>
          </a:p>
          <a:p>
            <a:r>
              <a:rPr lang="en-US" sz="4800" dirty="0">
                <a:hlinkClick r:id="rId7" action="ppaction://hlinksldjump"/>
              </a:rPr>
              <a:t>Meet Our Team</a:t>
            </a:r>
            <a:endParaRPr lang="en-US" sz="4800" dirty="0"/>
          </a:p>
          <a:p>
            <a:r>
              <a:rPr lang="en-US" sz="4800" dirty="0">
                <a:hlinkClick r:id="rId8" action="ppaction://hlinksldjump"/>
              </a:rPr>
              <a:t>Thank You</a:t>
            </a:r>
            <a:endParaRPr lang="en-US" sz="4800" dirty="0"/>
          </a:p>
          <a:p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5B5E3-E228-C0E2-5E89-AD82F5444307}"/>
              </a:ext>
            </a:extLst>
          </p:cNvPr>
          <p:cNvSpPr txBox="1"/>
          <p:nvPr/>
        </p:nvSpPr>
        <p:spPr>
          <a:xfrm>
            <a:off x="242048" y="195444"/>
            <a:ext cx="704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02C8F"/>
                </a:solidFill>
                <a:latin typeface="+mj-lt"/>
              </a:rPr>
              <a:t>Sign to Speech Gloves</a:t>
            </a:r>
            <a:endParaRPr lang="en-IN" sz="4400" dirty="0">
              <a:solidFill>
                <a:srgbClr val="202C8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338" y="814388"/>
            <a:ext cx="6767512" cy="281146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528" y="430306"/>
            <a:ext cx="3200400" cy="274320"/>
          </a:xfrm>
        </p:spPr>
        <p:txBody>
          <a:bodyPr/>
          <a:lstStyle/>
          <a:p>
            <a:r>
              <a:rPr lang="en-US" dirty="0"/>
              <a:t>Sign To Speech Gloves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03536" y="472108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528" y="3723748"/>
            <a:ext cx="6766560" cy="2447238"/>
          </a:xfrm>
        </p:spPr>
        <p:txBody>
          <a:bodyPr/>
          <a:lstStyle/>
          <a:p>
            <a:r>
              <a:rPr lang="en-US" dirty="0"/>
              <a:t>A Project based on person who are verbally challenged and can’t speak to the whole world. A device used for this special category of people to help them talk like every individual does with other &amp;help them.</a:t>
            </a:r>
          </a:p>
        </p:txBody>
      </p:sp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699591"/>
            <a:ext cx="6400800" cy="2844977"/>
          </a:xfrm>
        </p:spPr>
        <p:txBody>
          <a:bodyPr/>
          <a:lstStyle/>
          <a:p>
            <a:r>
              <a:rPr lang="en-US" sz="4400" dirty="0"/>
              <a:t>Problem &amp; Objective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4598948"/>
            <a:ext cx="6400800" cy="847695"/>
          </a:xfrm>
        </p:spPr>
        <p:txBody>
          <a:bodyPr/>
          <a:lstStyle/>
          <a:p>
            <a:r>
              <a:rPr lang="en-US" dirty="0" err="1"/>
              <a:t>Shunya</a:t>
            </a:r>
            <a:r>
              <a:rPr lang="en-US" dirty="0"/>
              <a:t> Spartan 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311B-3177-0658-3585-6639F26A9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3092" y="69574"/>
            <a:ext cx="5385816" cy="1732332"/>
          </a:xfrm>
        </p:spPr>
        <p:txBody>
          <a:bodyPr/>
          <a:lstStyle/>
          <a:p>
            <a:r>
              <a:rPr lang="en-US" sz="4400" dirty="0"/>
              <a:t>Design and diagram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977006A-B27B-E934-49F5-DEB63BA93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5589" y="1794319"/>
            <a:ext cx="9178245" cy="523401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122237-B06F-5E42-B051-D7859FC21D7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457200"/>
            <a:ext cx="3200400" cy="244475"/>
          </a:xfrm>
        </p:spPr>
        <p:txBody>
          <a:bodyPr/>
          <a:lstStyle/>
          <a:p>
            <a:r>
              <a:rPr lang="en-US" dirty="0"/>
              <a:t>Sign To Speech Gloves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457200"/>
            <a:ext cx="987425" cy="24447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9BBB-D752-51F2-9A32-29AB406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Sensor Int &amp; Communication Mod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DC08D-A72C-639F-8926-8883FE82F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900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4B71-887C-1A75-F63C-CAD48FEF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Application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EC538-2619-4612-5A0C-94A0A0256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5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09F16-6D23-666F-6800-8FC69783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1398"/>
            <a:ext cx="10671048" cy="1362057"/>
          </a:xfrm>
        </p:spPr>
        <p:txBody>
          <a:bodyPr/>
          <a:lstStyle/>
          <a:p>
            <a:r>
              <a:rPr lang="en-US" dirty="0"/>
              <a:t>MEET OUR TEAM</a:t>
            </a:r>
          </a:p>
        </p:txBody>
      </p:sp>
      <p:sp>
        <p:nvSpPr>
          <p:cNvPr id="73" name="Footer Placeholder 72">
            <a:extLst>
              <a:ext uri="{FF2B5EF4-FFF2-40B4-BE49-F238E27FC236}">
                <a16:creationId xmlns:a16="http://schemas.microsoft.com/office/drawing/2014/main" id="{253AA363-0A91-5CE9-7764-DD7813D6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938" y="457200"/>
            <a:ext cx="3200400" cy="244502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B964C6B0-844C-A964-2B74-46CF893E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AF69D5-AD7B-521D-22B1-50D8A24356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8905" y="4989515"/>
            <a:ext cx="2598737" cy="1109662"/>
          </a:xfrm>
        </p:spPr>
        <p:txBody>
          <a:bodyPr/>
          <a:lstStyle/>
          <a:p>
            <a:r>
              <a:rPr lang="en-US" dirty="0">
                <a:hlinkClick r:id="rId2"/>
              </a:rPr>
              <a:t>Sounak Goswami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28191-45A5-DEA1-F978-421F83D5E6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6885" y="5599755"/>
            <a:ext cx="2283472" cy="365125"/>
          </a:xfrm>
        </p:spPr>
        <p:txBody>
          <a:bodyPr/>
          <a:lstStyle/>
          <a:p>
            <a:r>
              <a:rPr lang="en-US" dirty="0"/>
              <a:t>Hardware Designer</a:t>
            </a:r>
          </a:p>
          <a:p>
            <a:r>
              <a:rPr lang="en-US" dirty="0" err="1"/>
              <a:t>B.Tech</a:t>
            </a:r>
            <a:r>
              <a:rPr lang="en-US" dirty="0"/>
              <a:t> CSE 1</a:t>
            </a:r>
            <a:r>
              <a:rPr lang="en-US" baseline="30000" dirty="0"/>
              <a:t>st</a:t>
            </a:r>
            <a:r>
              <a:rPr lang="en-US" dirty="0"/>
              <a:t> Year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F6A845-F328-1053-A365-3DA9CBAF9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16747" y="4990111"/>
            <a:ext cx="2598737" cy="1109662"/>
          </a:xfrm>
        </p:spPr>
        <p:txBody>
          <a:bodyPr/>
          <a:lstStyle/>
          <a:p>
            <a:r>
              <a:rPr lang="en-US" dirty="0"/>
              <a:t>SUPRATIM MODAK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6AF003-A457-D7E6-F39B-1A85A426A3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74073" y="5600351"/>
            <a:ext cx="2283472" cy="365125"/>
          </a:xfrm>
        </p:spPr>
        <p:txBody>
          <a:bodyPr/>
          <a:lstStyle/>
          <a:p>
            <a:r>
              <a:rPr lang="en-US" dirty="0"/>
              <a:t>Tech Expert, Coder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413FDF-11CF-6B9B-871F-ED1ED06E76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74589" y="4990707"/>
            <a:ext cx="2598737" cy="1109662"/>
          </a:xfrm>
        </p:spPr>
        <p:txBody>
          <a:bodyPr/>
          <a:lstStyle/>
          <a:p>
            <a:r>
              <a:rPr lang="en-US" dirty="0"/>
              <a:t>SAJAL MAITY​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CED26D-9022-0D83-FB0D-E3471E6F7E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32529" y="5600947"/>
            <a:ext cx="2283472" cy="365125"/>
          </a:xfrm>
        </p:spPr>
        <p:txBody>
          <a:bodyPr/>
          <a:lstStyle/>
          <a:p>
            <a:r>
              <a:rPr lang="en-US" dirty="0"/>
              <a:t>Capitalizer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8301B7-15C5-E184-096F-BF82F42163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2431" y="4990707"/>
            <a:ext cx="2598737" cy="1109662"/>
          </a:xfrm>
        </p:spPr>
        <p:txBody>
          <a:bodyPr/>
          <a:lstStyle/>
          <a:p>
            <a:r>
              <a:rPr lang="en-US" dirty="0"/>
              <a:t>ARPAN PARAMANIK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D57FB11-65D1-6B1C-8D88-F932BF765A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90984" y="5600947"/>
            <a:ext cx="2283472" cy="365125"/>
          </a:xfrm>
        </p:spPr>
        <p:txBody>
          <a:bodyPr/>
          <a:lstStyle/>
          <a:p>
            <a:r>
              <a:rPr lang="en-US" dirty="0"/>
              <a:t>Designer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B289FFD0-DB01-1730-1B5F-EE501FFAEE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>
          <a:xfrm>
            <a:off x="760938" y="2393811"/>
            <a:ext cx="2596896" cy="2596896"/>
          </a:xfrm>
        </p:spPr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73E3FD75-709D-FCB9-F107-D281A37335F9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/>
          <a:srcRect t="6408" b="6408"/>
          <a:stretch>
            <a:fillRect/>
          </a:stretch>
        </p:blipFill>
        <p:spPr/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DD25357E-16CE-91CB-9219-56696C3BA203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t="31" b="31"/>
          <a:stretch>
            <a:fillRect/>
          </a:stretch>
        </p:blipFill>
        <p:spPr/>
      </p:pic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B5E41D55-6964-675E-F4D8-86AC8427DEA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6"/>
          <a:srcRect l="1378" r="13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11930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AF75-3E7B-9627-6747-5960D3E3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9117" y="2224817"/>
            <a:ext cx="4461913" cy="2089603"/>
          </a:xfrm>
        </p:spPr>
        <p:txBody>
          <a:bodyPr/>
          <a:lstStyle/>
          <a:p>
            <a:r>
              <a:rPr lang="en-US" dirty="0">
                <a:hlinkClick r:id="rId2"/>
              </a:rPr>
              <a:t>SOUNAK</a:t>
            </a:r>
            <a:br>
              <a:rPr lang="en-US" dirty="0">
                <a:hlinkClick r:id="rId2"/>
              </a:rPr>
            </a:br>
            <a:r>
              <a:rPr lang="en-US" dirty="0">
                <a:hlinkClick r:id="rId2"/>
              </a:rPr>
              <a:t>GOSWAMI</a:t>
            </a:r>
            <a:br>
              <a:rPr lang="en-US" dirty="0"/>
            </a:br>
            <a:r>
              <a:rPr lang="en-US" sz="1600" dirty="0"/>
              <a:t>(Leader &amp; Hardware DESIGNER)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36979-97EE-9721-6B27-1A8E16D2C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32411"/>
            <a:ext cx="5949117" cy="5949117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600EB11-9195-A20B-431D-5F0237FCD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0114" y="-32411"/>
            <a:ext cx="1877636" cy="18258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529BF8-47D2-63B3-ED9B-1A5E0B243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8614" y="2132557"/>
            <a:ext cx="1903386" cy="21818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4982A8-9367-75F8-DACD-5ED75C4247AD}"/>
              </a:ext>
            </a:extLst>
          </p:cNvPr>
          <p:cNvSpPr txBox="1"/>
          <p:nvPr/>
        </p:nvSpPr>
        <p:spPr>
          <a:xfrm>
            <a:off x="10492279" y="4314420"/>
            <a:ext cx="218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SAJAL MAITY</a:t>
            </a:r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13BCB-113E-50D2-8023-97569ABA10BC}"/>
              </a:ext>
            </a:extLst>
          </p:cNvPr>
          <p:cNvSpPr txBox="1"/>
          <p:nvPr/>
        </p:nvSpPr>
        <p:spPr>
          <a:xfrm>
            <a:off x="10042374" y="1791358"/>
            <a:ext cx="244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SUPRATIM MODAK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AE13DB-48CE-38EC-EFD7-F84D744DC5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8614" y="4668262"/>
            <a:ext cx="1903386" cy="190338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B25EB68-19C1-A649-5FAB-F6DA0B37F0D4}"/>
              </a:ext>
            </a:extLst>
          </p:cNvPr>
          <p:cNvSpPr txBox="1"/>
          <p:nvPr/>
        </p:nvSpPr>
        <p:spPr>
          <a:xfrm>
            <a:off x="9882555" y="6516940"/>
            <a:ext cx="363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ARPAN PARAMANIK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40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975C-A310-D6C7-7121-251245B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4965" y="2192046"/>
            <a:ext cx="4990831" cy="1872384"/>
          </a:xfrm>
        </p:spPr>
        <p:txBody>
          <a:bodyPr/>
          <a:lstStyle/>
          <a:p>
            <a:r>
              <a:rPr lang="en-US" dirty="0"/>
              <a:t>SUPRATIM MODAK</a:t>
            </a:r>
            <a:br>
              <a:rPr lang="en-US" dirty="0"/>
            </a:br>
            <a:r>
              <a:rPr lang="en-US" sz="1800" dirty="0"/>
              <a:t>(SOFTWARE DESGINER &amp; TECHY HAT)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0DF9F6-6C38-7CA5-7586-4BD7296E1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185765" cy="60153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33EED4-5974-E714-C410-AAC45B2E3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918" y="0"/>
            <a:ext cx="1757082" cy="1757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83C5F0-9BB7-DD15-FE32-168ACC82A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4918" y="2147047"/>
            <a:ext cx="1751796" cy="20080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F63776-E07B-ACD3-8AA4-36C548E50AEF}"/>
              </a:ext>
            </a:extLst>
          </p:cNvPr>
          <p:cNvSpPr txBox="1"/>
          <p:nvPr/>
        </p:nvSpPr>
        <p:spPr>
          <a:xfrm>
            <a:off x="10142669" y="1740650"/>
            <a:ext cx="218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SOUNAK GOSWAMI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672927-0E63-BA77-FACD-D05C9F04D805}"/>
              </a:ext>
            </a:extLst>
          </p:cNvPr>
          <p:cNvSpPr txBox="1"/>
          <p:nvPr/>
        </p:nvSpPr>
        <p:spPr>
          <a:xfrm>
            <a:off x="10434918" y="4109428"/>
            <a:ext cx="244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SAJAL MAITY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F408EC-800E-DD55-308E-70055578B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835" y="4538566"/>
            <a:ext cx="1811165" cy="18111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5DAAC2-A1E6-60CE-A68C-F33983BB6749}"/>
              </a:ext>
            </a:extLst>
          </p:cNvPr>
          <p:cNvSpPr txBox="1"/>
          <p:nvPr/>
        </p:nvSpPr>
        <p:spPr>
          <a:xfrm>
            <a:off x="9906001" y="6376625"/>
            <a:ext cx="251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ARPAN PARAMANIK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201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4C5F-E254-EF68-D609-DE22190A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1542" y="1300643"/>
            <a:ext cx="5693664" cy="2580596"/>
          </a:xfrm>
        </p:spPr>
        <p:txBody>
          <a:bodyPr/>
          <a:lstStyle/>
          <a:p>
            <a:r>
              <a:rPr lang="en-US" dirty="0"/>
              <a:t>SAJAL</a:t>
            </a:r>
            <a:br>
              <a:rPr lang="en-US" dirty="0"/>
            </a:br>
            <a:r>
              <a:rPr lang="en-US" dirty="0"/>
              <a:t>MAITY</a:t>
            </a:r>
            <a:br>
              <a:rPr lang="en-US" dirty="0"/>
            </a:br>
            <a:r>
              <a:rPr lang="en-US" sz="1600" dirty="0"/>
              <a:t>(Business &amp; Management 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870C5-BE18-C986-1C8C-60E96ACA4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161542" cy="59167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6A0404-0B5F-FEF9-1233-8C1119D02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847" y="55602"/>
            <a:ext cx="1739153" cy="1739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04D1F6-B541-F044-2DC8-178C50870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0835" y="2107184"/>
            <a:ext cx="1788432" cy="17391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54567B-060A-8AC4-4BF2-D2CB009F10E6}"/>
              </a:ext>
            </a:extLst>
          </p:cNvPr>
          <p:cNvSpPr txBox="1"/>
          <p:nvPr/>
        </p:nvSpPr>
        <p:spPr>
          <a:xfrm>
            <a:off x="10159271" y="1787304"/>
            <a:ext cx="218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SOUNAK GOSWAMI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31160-4486-957E-6BE5-78E38E1A653B}"/>
              </a:ext>
            </a:extLst>
          </p:cNvPr>
          <p:cNvSpPr txBox="1"/>
          <p:nvPr/>
        </p:nvSpPr>
        <p:spPr>
          <a:xfrm>
            <a:off x="9977718" y="3773008"/>
            <a:ext cx="244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SUPRATIM MODAK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ED04EA-0804-7519-9B6D-E9F5BF0EA1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835" y="4142340"/>
            <a:ext cx="1811165" cy="18111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6399B4-3EF0-6845-7AE3-6D9375556F52}"/>
              </a:ext>
            </a:extLst>
          </p:cNvPr>
          <p:cNvSpPr txBox="1"/>
          <p:nvPr/>
        </p:nvSpPr>
        <p:spPr>
          <a:xfrm>
            <a:off x="9906001" y="5980399"/>
            <a:ext cx="251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ARPAN PARAMANIK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564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F410-8112-E38A-80E0-2C23E83C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0361" y="1630761"/>
            <a:ext cx="4079757" cy="2580596"/>
          </a:xfrm>
        </p:spPr>
        <p:txBody>
          <a:bodyPr/>
          <a:lstStyle/>
          <a:p>
            <a:r>
              <a:rPr lang="en-US" dirty="0"/>
              <a:t>ARPAN</a:t>
            </a:r>
            <a:br>
              <a:rPr lang="en-US" dirty="0"/>
            </a:br>
            <a:r>
              <a:rPr lang="en-US" dirty="0"/>
              <a:t>PARAMANIK</a:t>
            </a:r>
            <a:br>
              <a:rPr lang="en-US" dirty="0"/>
            </a:br>
            <a:r>
              <a:rPr lang="en-US" sz="1400" dirty="0"/>
              <a:t>(DESIGN THNIKING AND INNOVATION)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DDF665-9DE8-73EF-CEBD-6F2C5BC0D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050361" cy="605036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81BE9F-4FE8-6E3A-C7C3-2B4FCD536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114" y="2172615"/>
            <a:ext cx="1877636" cy="1825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C035F-36EF-F6F5-0F9C-7182D331F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614" y="4337583"/>
            <a:ext cx="1903386" cy="21818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1AC4CB-39B0-BC38-F8B4-103E2B83D786}"/>
              </a:ext>
            </a:extLst>
          </p:cNvPr>
          <p:cNvSpPr txBox="1"/>
          <p:nvPr/>
        </p:nvSpPr>
        <p:spPr>
          <a:xfrm>
            <a:off x="10492279" y="6519446"/>
            <a:ext cx="218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SAJAL MAITY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8B052-276A-7EB6-A06F-0C67A559E5D1}"/>
              </a:ext>
            </a:extLst>
          </p:cNvPr>
          <p:cNvSpPr txBox="1"/>
          <p:nvPr/>
        </p:nvSpPr>
        <p:spPr>
          <a:xfrm>
            <a:off x="10042374" y="3996384"/>
            <a:ext cx="2447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SUPRATIM MODAK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B7E306-4DA3-13C6-498D-AB0D2C561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4918" y="0"/>
            <a:ext cx="1757082" cy="1757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522339-A6CE-2F00-531A-2AA6F734B283}"/>
              </a:ext>
            </a:extLst>
          </p:cNvPr>
          <p:cNvSpPr txBox="1"/>
          <p:nvPr/>
        </p:nvSpPr>
        <p:spPr>
          <a:xfrm>
            <a:off x="10142669" y="1740650"/>
            <a:ext cx="2186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SOUNAK GOSWAMI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18639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327989"/>
            <a:ext cx="4550664" cy="2453773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550664" cy="2314448"/>
          </a:xfrm>
        </p:spPr>
        <p:txBody>
          <a:bodyPr>
            <a:normAutofit/>
          </a:bodyPr>
          <a:lstStyle/>
          <a:p>
            <a:r>
              <a:rPr lang="en-US" dirty="0" err="1"/>
              <a:t>Shunya</a:t>
            </a:r>
            <a:r>
              <a:rPr lang="en-US" dirty="0"/>
              <a:t> Spartan </a:t>
            </a:r>
          </a:p>
          <a:p>
            <a:r>
              <a:rPr lang="en-US" dirty="0">
                <a:hlinkClick r:id="rId2"/>
              </a:rPr>
              <a:t>shunyaspartan@gmail.com</a:t>
            </a:r>
            <a:endParaRPr lang="en-US" dirty="0"/>
          </a:p>
          <a:p>
            <a:endParaRPr lang="en-US" dirty="0"/>
          </a:p>
        </p:txBody>
      </p:sp>
      <p:pic>
        <p:nvPicPr>
          <p:cNvPr id="1028" name="Picture 4" descr="Best Engineering and MBA College in India | IEM UEM Group">
            <a:extLst>
              <a:ext uri="{FF2B5EF4-FFF2-40B4-BE49-F238E27FC236}">
                <a16:creationId xmlns:a16="http://schemas.microsoft.com/office/drawing/2014/main" id="{50880C5C-2AE0-64B9-1875-FF2A7CDB1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366682" cy="1449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LW_V5" id="{4FE3E7F2-DE97-43FB-9854-C2719499B15F}" vid="{37DF82F1-E382-44D9-A149-92ACBBF70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117FA41-AE03-4A0A-A9B0-817CABD094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6F65D-59DB-459C-812A-E954DE5F05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D542F6-3184-4387-BE39-8DA735EB550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{876973BF-34C1-4991-8BAC-2B6B3E98935E}tf78438558_win32</Template>
  <TotalTime>80</TotalTime>
  <Words>196</Words>
  <Application>Microsoft Office PowerPoint</Application>
  <PresentationFormat>Widescreen</PresentationFormat>
  <Paragraphs>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Sign to speech gloves</vt:lpstr>
      <vt:lpstr>PowerPoint Presentation</vt:lpstr>
      <vt:lpstr>introduction</vt:lpstr>
      <vt:lpstr>Problem &amp; Objective </vt:lpstr>
      <vt:lpstr>Design and diagram</vt:lpstr>
      <vt:lpstr>Sensor Int &amp; Communication Mod</vt:lpstr>
      <vt:lpstr>Application</vt:lpstr>
      <vt:lpstr>MEET OUR TEAM</vt:lpstr>
      <vt:lpstr>SOUNAK GOSWAMI (Leader &amp; Hardware DESIGNER)</vt:lpstr>
      <vt:lpstr>SUPRATIM MODAK (SOFTWARE DESGINER &amp; TECHY HAT)</vt:lpstr>
      <vt:lpstr>SAJAL MAITY (Business &amp; Management )</vt:lpstr>
      <vt:lpstr>ARPAN PARAMANIK (DESIGN THNIKING AND INNOVATION)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to speech gloves</dc:title>
  <dc:subject/>
  <dc:creator>Arka Mahajan</dc:creator>
  <cp:lastModifiedBy>Arka Mahajan</cp:lastModifiedBy>
  <cp:revision>1</cp:revision>
  <dcterms:created xsi:type="dcterms:W3CDTF">2023-09-28T17:47:27Z</dcterms:created>
  <dcterms:modified xsi:type="dcterms:W3CDTF">2023-09-28T19:07:41Z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